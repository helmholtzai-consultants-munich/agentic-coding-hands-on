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omments/modernComment_105_8546D568.xml" ContentType="application/vnd.ms-powerpoint.comment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353" r:id="rId3"/>
    <p:sldId id="354" r:id="rId4"/>
    <p:sldId id="259" r:id="rId5"/>
    <p:sldId id="260" r:id="rId6"/>
    <p:sldId id="261" r:id="rId7"/>
    <p:sldId id="262" r:id="rId8"/>
    <p:sldId id="263" r:id="rId9"/>
    <p:sldId id="264" r:id="rId10"/>
    <p:sldId id="265" r:id="rId11"/>
    <p:sldId id="266" r:id="rId12"/>
    <p:sldId id="267" r:id="rId13"/>
    <p:sldId id="268" r:id="rId14"/>
    <p:sldId id="272" r:id="rId15"/>
    <p:sldId id="269" r:id="rId16"/>
    <p:sldId id="271" r:id="rId17"/>
    <p:sldId id="270" r:id="rId18"/>
    <p:sldId id="352" r:id="rId19"/>
    <p:sldId id="300" r:id="rId20"/>
    <p:sldId id="355" r:id="rId21"/>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21C295-2579-9CF5-0A5A-C9EFD0ECDFFE}" name="Serena Sritharan" initials="SS" userId="S::serena.sritharan@helmholtz-munich.de::688c4a1b-6dbd-4f52-ae97-242ba5053018" providerId="AD"/>
  <p188:author id="{789779D1-B596-6A16-9C62-7B9D1EFCA3C1}" name="Donatella Cea" initials="DC" userId="S::donatella.cea@helmholtz-munich.de::29f22025-798f-4398-b396-4a1bb3d8286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A1EC97-F20D-B71B-3B2D-8DE8023AD29F}" v="1" dt="2026-10-08T07:40:38.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5"/>
    <p:restoredTop sz="94679"/>
  </p:normalViewPr>
  <p:slideViewPr>
    <p:cSldViewPr snapToGrid="0">
      <p:cViewPr varScale="1">
        <p:scale>
          <a:sx n="112" d="100"/>
          <a:sy n="112" d="100"/>
        </p:scale>
        <p:origin x="50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ol Szustakowski" userId="S::karol.szustakowski@helmholtz-munich.de::282ee47c-8994-4b65-b6d1-8cc0c2e6df54" providerId="AD" clId="Web-{ADA1EC97-F20D-B71B-3B2D-8DE8023AD29F}"/>
    <pc:docChg chg="modSld">
      <pc:chgData name="Karol Szustakowski" userId="S::karol.szustakowski@helmholtz-munich.de::282ee47c-8994-4b65-b6d1-8cc0c2e6df54" providerId="AD" clId="Web-{ADA1EC97-F20D-B71B-3B2D-8DE8023AD29F}" dt="2026-10-08T07:40:38.766" v="0" actId="20577"/>
      <pc:docMkLst>
        <pc:docMk/>
      </pc:docMkLst>
      <pc:sldChg chg="modSp">
        <pc:chgData name="Karol Szustakowski" userId="S::karol.szustakowski@helmholtz-munich.de::282ee47c-8994-4b65-b6d1-8cc0c2e6df54" providerId="AD" clId="Web-{ADA1EC97-F20D-B71B-3B2D-8DE8023AD29F}" dt="2026-10-08T07:40:38.766" v="0" actId="20577"/>
        <pc:sldMkLst>
          <pc:docMk/>
          <pc:sldMk cId="2014965808" sldId="263"/>
        </pc:sldMkLst>
        <pc:spChg chg="mod">
          <ac:chgData name="Karol Szustakowski" userId="S::karol.szustakowski@helmholtz-munich.de::282ee47c-8994-4b65-b6d1-8cc0c2e6df54" providerId="AD" clId="Web-{ADA1EC97-F20D-B71B-3B2D-8DE8023AD29F}" dt="2026-10-08T07:40:38.766" v="0" actId="20577"/>
          <ac:spMkLst>
            <pc:docMk/>
            <pc:sldMk cId="2014965808" sldId="263"/>
            <ac:spMk id="2" creationId="{1612A507-B4C6-752A-B485-56600500B5F5}"/>
          </ac:spMkLst>
        </pc:spChg>
      </pc:sldChg>
    </pc:docChg>
  </pc:docChgLst>
  <pc:docChgLst>
    <pc:chgData name="Serena Sritharan" userId="S::serena.sritharan@helmholtz-munich.de::688c4a1b-6dbd-4f52-ae97-242ba5053018" providerId="AD" clId="Web-{00000000-0000-0000-0000-000000000000}"/>
    <pc:docChg chg="mod addSld delSld modSld">
      <pc:chgData name="Serena Sritharan" userId="S::serena.sritharan@helmholtz-munich.de::688c4a1b-6dbd-4f52-ae97-242ba5053018" providerId="AD" clId="Web-{00000000-0000-0000-0000-000000000000}" dt="2026-09-30T12:39:51.398" v="28" actId="20577"/>
      <pc:docMkLst>
        <pc:docMk/>
      </pc:docMkLst>
      <pc:sldChg chg="modSp">
        <pc:chgData name="Serena Sritharan" userId="S::serena.sritharan@helmholtz-munich.de::688c4a1b-6dbd-4f52-ae97-242ba5053018" providerId="AD" clId="Web-{00000000-0000-0000-0000-000000000000}" dt="2026-09-30T12:37:06.163" v="9" actId="20577"/>
        <pc:sldMkLst>
          <pc:docMk/>
          <pc:sldMk cId="604278575" sldId="354"/>
        </pc:sldMkLst>
        <pc:spChg chg="mod">
          <ac:chgData name="Serena Sritharan" userId="S::serena.sritharan@helmholtz-munich.de::688c4a1b-6dbd-4f52-ae97-242ba5053018" providerId="AD" clId="Web-{00000000-0000-0000-0000-000000000000}" dt="2026-09-30T12:37:06.163" v="9" actId="20577"/>
          <ac:spMkLst>
            <pc:docMk/>
            <pc:sldMk cId="604278575" sldId="354"/>
            <ac:spMk id="3" creationId="{B957B2A4-0174-3F3C-CBDF-C239A06EFC58}"/>
          </ac:spMkLst>
        </pc:spChg>
      </pc:sldChg>
      <pc:sldChg chg="modSp new">
        <pc:chgData name="Serena Sritharan" userId="S::serena.sritharan@helmholtz-munich.de::688c4a1b-6dbd-4f52-ae97-242ba5053018" providerId="AD" clId="Web-{00000000-0000-0000-0000-000000000000}" dt="2026-09-30T12:39:51.398" v="28" actId="20577"/>
        <pc:sldMkLst>
          <pc:docMk/>
          <pc:sldMk cId="59592465" sldId="355"/>
        </pc:sldMkLst>
        <pc:spChg chg="mod">
          <ac:chgData name="Serena Sritharan" userId="S::serena.sritharan@helmholtz-munich.de::688c4a1b-6dbd-4f52-ae97-242ba5053018" providerId="AD" clId="Web-{00000000-0000-0000-0000-000000000000}" dt="2026-09-30T12:38:58.039" v="17" actId="20577"/>
          <ac:spMkLst>
            <pc:docMk/>
            <pc:sldMk cId="59592465" sldId="355"/>
            <ac:spMk id="2" creationId="{AB52AF6C-77AC-0404-BE93-550CB49DA788}"/>
          </ac:spMkLst>
        </pc:spChg>
        <pc:spChg chg="mod">
          <ac:chgData name="Serena Sritharan" userId="S::serena.sritharan@helmholtz-munich.de::688c4a1b-6dbd-4f52-ae97-242ba5053018" providerId="AD" clId="Web-{00000000-0000-0000-0000-000000000000}" dt="2026-09-30T12:39:51.398" v="28" actId="20577"/>
          <ac:spMkLst>
            <pc:docMk/>
            <pc:sldMk cId="59592465" sldId="355"/>
            <ac:spMk id="3" creationId="{C62F5EB8-569E-B1DF-A199-00BEF215F656}"/>
          </ac:spMkLst>
        </pc:spChg>
      </pc:sldChg>
    </pc:docChg>
  </pc:docChgLst>
</pc:chgInfo>
</file>

<file path=ppt/comments/modernComment_105_8546D568.xml><?xml version="1.0" encoding="utf-8"?>
<p188:cmLst xmlns:a="http://schemas.openxmlformats.org/drawingml/2006/main" xmlns:r="http://schemas.openxmlformats.org/officeDocument/2006/relationships" xmlns:p188="http://schemas.microsoft.com/office/powerpoint/2018/8/main">
  <p188:cm id="{21FDDEAD-4AEA-469D-B1D6-537E824A6D3C}" authorId="{D621C295-2579-9CF5-0A5A-C9EFD0ECDFFE}" status="resolved" created="2026-09-30T12:37:49.194" complete="100000">
    <ac:txMkLst xmlns:ac="http://schemas.microsoft.com/office/drawing/2013/main/command">
      <pc:docMk xmlns:pc="http://schemas.microsoft.com/office/powerpoint/2013/main/command"/>
      <pc:sldMk xmlns:pc="http://schemas.microsoft.com/office/powerpoint/2013/main/command" cId="2236011880" sldId="261"/>
      <ac:spMk id="3" creationId="{B905B855-2EB1-93E8-3F11-77FBD97AA10D}"/>
      <ac:txMk cp="175" len="32">
        <ac:context len="208" hash="148950639"/>
      </ac:txMk>
    </ac:txMkLst>
    <p188:pos x="3676834" y="4076330"/>
    <p188:replyLst>
      <p188:reply id="{EA9E204D-AC00-461A-BB41-708231446A46}" authorId="{D621C295-2579-9CF5-0A5A-C9EFD0ECDFFE}" created="2026-09-30T12:38:29.945">
        <p188:txBody>
          <a:bodyPr/>
          <a:lstStyle/>
          <a:p>
            <a:r>
              <a:rPr lang="en-US"/>
              <a:t>or mishap</a:t>
            </a:r>
          </a:p>
        </p188:txBody>
      </p188:reply>
    </p188:replyLst>
    <p188:txBody>
      <a:bodyPr/>
      <a:lstStyle/>
      <a:p>
        <a:r>
          <a:rPr lang="en-US"/>
          <a:t>[@Karol Szustakowski]is this supposed to be a link?</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D6095D-AF69-4049-AC57-D67C18976B26}" type="datetimeFigureOut">
              <a:rPr lang="en-US" smtClean="0"/>
              <a:t>10/12/26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595DB1-36E3-7E4D-8AF5-59E4E67D4FAA}" type="slidenum">
              <a:rPr lang="en-US" smtClean="0"/>
              <a:t>‹#›</a:t>
            </a:fld>
            <a:endParaRPr lang="en-US"/>
          </a:p>
        </p:txBody>
      </p:sp>
    </p:spTree>
    <p:extLst>
      <p:ext uri="{BB962C8B-B14F-4D97-AF65-F5344CB8AC3E}">
        <p14:creationId xmlns:p14="http://schemas.microsoft.com/office/powerpoint/2010/main" val="1542347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DC110-2E26-0D16-BD98-9FAF0F926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DED91-49E0-E6A1-B850-D2869A1437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4E9619-478D-E02B-C4A8-29E8DBA43038}"/>
              </a:ext>
            </a:extLst>
          </p:cNvPr>
          <p:cNvSpPr>
            <a:spLocks noGrp="1"/>
          </p:cNvSpPr>
          <p:nvPr>
            <p:ph type="body" idx="1"/>
          </p:nvPr>
        </p:nvSpPr>
        <p:spPr/>
        <p:txBody>
          <a:bodyPr/>
          <a:lstStyle/>
          <a:p>
            <a:r>
              <a:rPr lang="en-US">
                <a:ea typeface="Calibri"/>
                <a:cs typeface="Calibri"/>
              </a:rPr>
              <a:t>Maybe a short example with </a:t>
            </a:r>
            <a:r>
              <a:rPr lang="en-US" err="1">
                <a:ea typeface="Calibri"/>
                <a:cs typeface="Calibri"/>
              </a:rPr>
              <a:t>hugginface</a:t>
            </a:r>
            <a:r>
              <a:rPr lang="en-US">
                <a:ea typeface="Calibri"/>
                <a:cs typeface="Calibri"/>
              </a:rPr>
              <a:t>?</a:t>
            </a:r>
          </a:p>
        </p:txBody>
      </p:sp>
      <p:sp>
        <p:nvSpPr>
          <p:cNvPr id="4" name="Slide Number Placeholder 3">
            <a:extLst>
              <a:ext uri="{FF2B5EF4-FFF2-40B4-BE49-F238E27FC236}">
                <a16:creationId xmlns:a16="http://schemas.microsoft.com/office/drawing/2014/main" id="{84ED3EC2-F845-74D1-44E4-D6FB24829D40}"/>
              </a:ext>
            </a:extLst>
          </p:cNvPr>
          <p:cNvSpPr>
            <a:spLocks noGrp="1"/>
          </p:cNvSpPr>
          <p:nvPr>
            <p:ph type="sldNum" sz="quarter" idx="5"/>
          </p:nvPr>
        </p:nvSpPr>
        <p:spPr/>
        <p:txBody>
          <a:bodyPr/>
          <a:lstStyle/>
          <a:p>
            <a:fld id="{CD421C69-B21D-4D84-AAC3-223EB2AF232A}" type="slidenum">
              <a:t>19</a:t>
            </a:fld>
            <a:endParaRPr lang="en-US"/>
          </a:p>
        </p:txBody>
      </p:sp>
    </p:spTree>
    <p:extLst>
      <p:ext uri="{BB962C8B-B14F-4D97-AF65-F5344CB8AC3E}">
        <p14:creationId xmlns:p14="http://schemas.microsoft.com/office/powerpoint/2010/main" val="41745180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descr="A blue light on a black background&#10;&#10;Description automatically generated">
            <a:extLst>
              <a:ext uri="{FF2B5EF4-FFF2-40B4-BE49-F238E27FC236}">
                <a16:creationId xmlns:a16="http://schemas.microsoft.com/office/drawing/2014/main" id="{206C3530-D86F-7A59-EFFF-36FC66807DEE}"/>
              </a:ext>
            </a:extLst>
          </p:cNvPr>
          <p:cNvPicPr>
            <a:picLocks noChangeAspect="1"/>
          </p:cNvPicPr>
          <p:nvPr userDrawn="1"/>
        </p:nvPicPr>
        <p:blipFill>
          <a:blip r:embed="rId2"/>
          <a:stretch>
            <a:fillRect/>
          </a:stretch>
        </p:blipFill>
        <p:spPr>
          <a:xfrm>
            <a:off x="0" y="393"/>
            <a:ext cx="12192701" cy="6857607"/>
          </a:xfrm>
          <a:prstGeom prst="rect">
            <a:avLst/>
          </a:prstGeom>
        </p:spPr>
      </p:pic>
      <p:sp>
        <p:nvSpPr>
          <p:cNvPr id="2" name="Title 1">
            <a:extLst>
              <a:ext uri="{FF2B5EF4-FFF2-40B4-BE49-F238E27FC236}">
                <a16:creationId xmlns:a16="http://schemas.microsoft.com/office/drawing/2014/main" id="{20C32408-D6A6-C09D-3F5E-EF8CFE6E4E9A}"/>
              </a:ext>
            </a:extLst>
          </p:cNvPr>
          <p:cNvSpPr>
            <a:spLocks noGrp="1"/>
          </p:cNvSpPr>
          <p:nvPr>
            <p:ph type="ctrTitle"/>
          </p:nvPr>
        </p:nvSpPr>
        <p:spPr>
          <a:xfrm>
            <a:off x="907340" y="3916994"/>
            <a:ext cx="9345370" cy="525827"/>
          </a:xfrm>
        </p:spPr>
        <p:txBody>
          <a:bodyPr anchor="t">
            <a:normAutofit/>
          </a:bodyPr>
          <a:lstStyle>
            <a:lvl1pPr algn="l">
              <a:defRPr sz="3200">
                <a:solidFill>
                  <a:schemeClr val="bg1"/>
                </a:solidFill>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DD5FBB71-D034-1A16-83A8-933459EE4F55}"/>
              </a:ext>
            </a:extLst>
          </p:cNvPr>
          <p:cNvSpPr>
            <a:spLocks noGrp="1"/>
          </p:cNvSpPr>
          <p:nvPr>
            <p:ph type="subTitle" idx="1"/>
          </p:nvPr>
        </p:nvSpPr>
        <p:spPr>
          <a:xfrm>
            <a:off x="907340" y="4535905"/>
            <a:ext cx="9102934" cy="1290458"/>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grpSp>
        <p:nvGrpSpPr>
          <p:cNvPr id="7" name="Group 2">
            <a:extLst>
              <a:ext uri="{FF2B5EF4-FFF2-40B4-BE49-F238E27FC236}">
                <a16:creationId xmlns:a16="http://schemas.microsoft.com/office/drawing/2014/main" id="{DCA4979F-F250-E0AE-4EA5-62133137CF61}"/>
              </a:ext>
            </a:extLst>
          </p:cNvPr>
          <p:cNvGrpSpPr/>
          <p:nvPr userDrawn="1"/>
        </p:nvGrpSpPr>
        <p:grpSpPr>
          <a:xfrm>
            <a:off x="-79022" y="768875"/>
            <a:ext cx="12271022" cy="3561348"/>
            <a:chOff x="0" y="0"/>
            <a:chExt cx="24383998" cy="6324292"/>
          </a:xfrm>
        </p:grpSpPr>
        <p:sp>
          <p:nvSpPr>
            <p:cNvPr id="8" name="Freeform 3">
              <a:extLst>
                <a:ext uri="{FF2B5EF4-FFF2-40B4-BE49-F238E27FC236}">
                  <a16:creationId xmlns:a16="http://schemas.microsoft.com/office/drawing/2014/main" id="{7D32FCCC-B92A-172E-A05E-5073CF64CB47}"/>
                </a:ext>
              </a:extLst>
            </p:cNvPr>
            <p:cNvSpPr/>
            <p:nvPr/>
          </p:nvSpPr>
          <p:spPr>
            <a:xfrm>
              <a:off x="0" y="0"/>
              <a:ext cx="24384000" cy="6324346"/>
            </a:xfrm>
            <a:custGeom>
              <a:avLst/>
              <a:gdLst/>
              <a:ahLst/>
              <a:cxnLst/>
              <a:rect l="l" t="t" r="r" b="b"/>
              <a:pathLst>
                <a:path w="24384000" h="6324346">
                  <a:moveTo>
                    <a:pt x="0" y="0"/>
                  </a:moveTo>
                  <a:lnTo>
                    <a:pt x="24384000" y="0"/>
                  </a:lnTo>
                  <a:lnTo>
                    <a:pt x="24384000" y="6324346"/>
                  </a:lnTo>
                  <a:lnTo>
                    <a:pt x="0" y="6324346"/>
                  </a:lnTo>
                  <a:close/>
                </a:path>
              </a:pathLst>
            </a:custGeom>
            <a:gradFill rotWithShape="1">
              <a:gsLst>
                <a:gs pos="0">
                  <a:srgbClr val="000000">
                    <a:alpha val="0"/>
                  </a:srgbClr>
                </a:gs>
                <a:gs pos="25000">
                  <a:srgbClr val="000000">
                    <a:alpha val="15000"/>
                  </a:srgbClr>
                </a:gs>
                <a:gs pos="50000">
                  <a:srgbClr val="000000">
                    <a:alpha val="15000"/>
                  </a:srgbClr>
                </a:gs>
                <a:gs pos="75000">
                  <a:srgbClr val="000000">
                    <a:alpha val="30000"/>
                  </a:srgbClr>
                </a:gs>
                <a:gs pos="100000">
                  <a:srgbClr val="000000">
                    <a:alpha val="0"/>
                  </a:srgbClr>
                </a:gs>
              </a:gsLst>
              <a:lin ang="16200000"/>
            </a:gradFill>
          </p:spPr>
          <p:txBody>
            <a:bodyPr/>
            <a:lstStyle/>
            <a:p>
              <a:endParaRPr lang="en-US"/>
            </a:p>
          </p:txBody>
        </p:sp>
      </p:grpSp>
      <p:sp>
        <p:nvSpPr>
          <p:cNvPr id="11" name="Freeform 7">
            <a:extLst>
              <a:ext uri="{FF2B5EF4-FFF2-40B4-BE49-F238E27FC236}">
                <a16:creationId xmlns:a16="http://schemas.microsoft.com/office/drawing/2014/main" id="{70F2C1FD-E1C6-B2AF-2784-254A73A90D7E}"/>
              </a:ext>
            </a:extLst>
          </p:cNvPr>
          <p:cNvSpPr/>
          <p:nvPr userDrawn="1"/>
        </p:nvSpPr>
        <p:spPr>
          <a:xfrm>
            <a:off x="804471" y="1637042"/>
            <a:ext cx="6865059" cy="1939459"/>
          </a:xfrm>
          <a:custGeom>
            <a:avLst/>
            <a:gdLst/>
            <a:ahLst/>
            <a:cxnLst/>
            <a:rect l="l" t="t" r="r" b="b"/>
            <a:pathLst>
              <a:path w="11604396" h="3434586">
                <a:moveTo>
                  <a:pt x="0" y="0"/>
                </a:moveTo>
                <a:lnTo>
                  <a:pt x="11604396" y="0"/>
                </a:lnTo>
                <a:lnTo>
                  <a:pt x="11604396" y="3434586"/>
                </a:lnTo>
                <a:lnTo>
                  <a:pt x="0" y="3434586"/>
                </a:lnTo>
                <a:lnTo>
                  <a:pt x="0" y="0"/>
                </a:lnTo>
                <a:close/>
              </a:path>
            </a:pathLst>
          </a:custGeom>
          <a:blipFill>
            <a:blip r:embed="rId3"/>
            <a:stretch>
              <a:fillRect l="-8924" t="-3107" r="-70574" b="-3107"/>
            </a:stretch>
          </a:blipFill>
          <a:ln cap="sq">
            <a:noFill/>
            <a:prstDash val="solid"/>
            <a:miter/>
          </a:ln>
        </p:spPr>
        <p:txBody>
          <a:bodyPr/>
          <a:lstStyle/>
          <a:p>
            <a:endParaRPr lang="en-US"/>
          </a:p>
        </p:txBody>
      </p:sp>
      <p:sp>
        <p:nvSpPr>
          <p:cNvPr id="13" name="Date Placeholder 3">
            <a:extLst>
              <a:ext uri="{FF2B5EF4-FFF2-40B4-BE49-F238E27FC236}">
                <a16:creationId xmlns:a16="http://schemas.microsoft.com/office/drawing/2014/main" id="{B8DDDB3C-92E3-CFEC-4268-A9D84338D4E5}"/>
              </a:ext>
            </a:extLst>
          </p:cNvPr>
          <p:cNvSpPr>
            <a:spLocks noGrp="1"/>
          </p:cNvSpPr>
          <p:nvPr>
            <p:ph type="dt" sz="half" idx="2"/>
          </p:nvPr>
        </p:nvSpPr>
        <p:spPr>
          <a:xfrm>
            <a:off x="907340" y="5904133"/>
            <a:ext cx="2743200" cy="365125"/>
          </a:xfrm>
          <a:prstGeom prst="rect">
            <a:avLst/>
          </a:prstGeom>
        </p:spPr>
        <p:txBody>
          <a:bodyPr vert="horz" lIns="91440" tIns="45720" rIns="91440" bIns="45720" rtlCol="0" anchor="ctr"/>
          <a:lstStyle>
            <a:lvl1pPr algn="l">
              <a:defRPr sz="1200">
                <a:solidFill>
                  <a:schemeClr val="bg1"/>
                </a:solidFill>
                <a:latin typeface="Helmholtz Halvar Mittel Rg" pitchFamily="2" charset="0"/>
              </a:defRPr>
            </a:lvl1pPr>
          </a:lstStyle>
          <a:p>
            <a:fld id="{4212A532-6B12-6643-A678-AA9055583282}" type="datetimeFigureOut">
              <a:rPr lang="en-US" smtClean="0"/>
              <a:pPr/>
              <a:t>10/12/26</a:t>
            </a:fld>
            <a:endParaRPr lang="en-US"/>
          </a:p>
        </p:txBody>
      </p:sp>
    </p:spTree>
    <p:extLst>
      <p:ext uri="{BB962C8B-B14F-4D97-AF65-F5344CB8AC3E}">
        <p14:creationId xmlns:p14="http://schemas.microsoft.com/office/powerpoint/2010/main" val="2085164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E6AFB-4332-F23E-8EF2-A634F41A1537}"/>
              </a:ext>
            </a:extLst>
          </p:cNvPr>
          <p:cNvSpPr>
            <a:spLocks noGrp="1"/>
          </p:cNvSpPr>
          <p:nvPr>
            <p:ph type="title" hasCustomPrompt="1"/>
          </p:nvPr>
        </p:nvSpPr>
        <p:spPr>
          <a:xfrm>
            <a:off x="838200" y="730229"/>
            <a:ext cx="2743200" cy="753797"/>
          </a:xfrm>
        </p:spPr>
        <p:txBody>
          <a:bodyPr/>
          <a:lstStyle/>
          <a:p>
            <a:r>
              <a:rPr lang="en-GB" dirty="0"/>
              <a:t>AGENDA</a:t>
            </a:r>
            <a:endParaRPr lang="en-US" dirty="0"/>
          </a:p>
        </p:txBody>
      </p:sp>
      <p:sp>
        <p:nvSpPr>
          <p:cNvPr id="3" name="Date Placeholder 2">
            <a:extLst>
              <a:ext uri="{FF2B5EF4-FFF2-40B4-BE49-F238E27FC236}">
                <a16:creationId xmlns:a16="http://schemas.microsoft.com/office/drawing/2014/main" id="{EB15B1AA-9101-F4B0-9CB4-2F9E77852B06}"/>
              </a:ext>
            </a:extLst>
          </p:cNvPr>
          <p:cNvSpPr>
            <a:spLocks noGrp="1"/>
          </p:cNvSpPr>
          <p:nvPr>
            <p:ph type="dt" sz="half" idx="10"/>
          </p:nvPr>
        </p:nvSpPr>
        <p:spPr/>
        <p:txBody>
          <a:bodyPr/>
          <a:lstStyle/>
          <a:p>
            <a:fld id="{4212A532-6B12-6643-A678-AA9055583282}" type="datetimeFigureOut">
              <a:rPr lang="en-US" smtClean="0"/>
              <a:pPr/>
              <a:t>10/12/26</a:t>
            </a:fld>
            <a:endParaRPr lang="en-US"/>
          </a:p>
        </p:txBody>
      </p:sp>
      <p:sp>
        <p:nvSpPr>
          <p:cNvPr id="4" name="Slide Number Placeholder 3">
            <a:extLst>
              <a:ext uri="{FF2B5EF4-FFF2-40B4-BE49-F238E27FC236}">
                <a16:creationId xmlns:a16="http://schemas.microsoft.com/office/drawing/2014/main" id="{D1E8C8B8-25FB-370C-673B-C9A292B19413}"/>
              </a:ext>
            </a:extLst>
          </p:cNvPr>
          <p:cNvSpPr>
            <a:spLocks noGrp="1"/>
          </p:cNvSpPr>
          <p:nvPr>
            <p:ph type="sldNum" sz="quarter" idx="11"/>
          </p:nvPr>
        </p:nvSpPr>
        <p:spPr/>
        <p:txBody>
          <a:bodyPr/>
          <a:lstStyle/>
          <a:p>
            <a:fld id="{CB4E8982-E842-9341-802E-E65954F72860}" type="slidenum">
              <a:rPr lang="en-US" smtClean="0"/>
              <a:pPr/>
              <a:t>‹#›</a:t>
            </a:fld>
            <a:endParaRPr lang="en-US"/>
          </a:p>
        </p:txBody>
      </p:sp>
      <p:grpSp>
        <p:nvGrpSpPr>
          <p:cNvPr id="5" name="Group 2">
            <a:extLst>
              <a:ext uri="{FF2B5EF4-FFF2-40B4-BE49-F238E27FC236}">
                <a16:creationId xmlns:a16="http://schemas.microsoft.com/office/drawing/2014/main" id="{5D73569E-5F60-809A-028D-0D47F7B07426}"/>
              </a:ext>
            </a:extLst>
          </p:cNvPr>
          <p:cNvGrpSpPr/>
          <p:nvPr userDrawn="1"/>
        </p:nvGrpSpPr>
        <p:grpSpPr>
          <a:xfrm>
            <a:off x="8852346" y="1"/>
            <a:ext cx="3339654" cy="2966780"/>
            <a:chOff x="0" y="0"/>
            <a:chExt cx="5979886" cy="5312228"/>
          </a:xfrm>
        </p:grpSpPr>
        <p:sp>
          <p:nvSpPr>
            <p:cNvPr id="6" name="Freeform 3">
              <a:extLst>
                <a:ext uri="{FF2B5EF4-FFF2-40B4-BE49-F238E27FC236}">
                  <a16:creationId xmlns:a16="http://schemas.microsoft.com/office/drawing/2014/main" id="{35B462B4-B3BE-2B39-1501-C7A2B6CA951C}"/>
                </a:ext>
              </a:extLst>
            </p:cNvPr>
            <p:cNvSpPr/>
            <p:nvPr/>
          </p:nvSpPr>
          <p:spPr>
            <a:xfrm>
              <a:off x="0" y="0"/>
              <a:ext cx="5979922" cy="5312156"/>
            </a:xfrm>
            <a:custGeom>
              <a:avLst/>
              <a:gdLst/>
              <a:ahLst/>
              <a:cxnLst/>
              <a:rect l="l" t="t" r="r" b="b"/>
              <a:pathLst>
                <a:path w="5979922" h="5312156">
                  <a:moveTo>
                    <a:pt x="5979922" y="0"/>
                  </a:moveTo>
                  <a:lnTo>
                    <a:pt x="0" y="0"/>
                  </a:lnTo>
                  <a:lnTo>
                    <a:pt x="1405128" y="1248156"/>
                  </a:lnTo>
                  <a:lnTo>
                    <a:pt x="4673600" y="1248156"/>
                  </a:lnTo>
                  <a:lnTo>
                    <a:pt x="4673600" y="4151757"/>
                  </a:lnTo>
                  <a:lnTo>
                    <a:pt x="5979922" y="5312156"/>
                  </a:lnTo>
                  <a:close/>
                </a:path>
              </a:pathLst>
            </a:custGeom>
            <a:solidFill>
              <a:srgbClr val="012863"/>
            </a:solidFill>
          </p:spPr>
          <p:txBody>
            <a:bodyPr/>
            <a:lstStyle/>
            <a:p>
              <a:endParaRPr lang="en-US"/>
            </a:p>
          </p:txBody>
        </p:sp>
      </p:grpSp>
      <p:grpSp>
        <p:nvGrpSpPr>
          <p:cNvPr id="7" name="Group 4">
            <a:extLst>
              <a:ext uri="{FF2B5EF4-FFF2-40B4-BE49-F238E27FC236}">
                <a16:creationId xmlns:a16="http://schemas.microsoft.com/office/drawing/2014/main" id="{7193DCC0-E9A1-E6D5-5D69-277D96165CDA}"/>
              </a:ext>
            </a:extLst>
          </p:cNvPr>
          <p:cNvGrpSpPr/>
          <p:nvPr userDrawn="1"/>
        </p:nvGrpSpPr>
        <p:grpSpPr>
          <a:xfrm>
            <a:off x="8276474" y="572422"/>
            <a:ext cx="3339654" cy="2966780"/>
            <a:chOff x="0" y="0"/>
            <a:chExt cx="5979886" cy="5312228"/>
          </a:xfrm>
        </p:grpSpPr>
        <p:sp>
          <p:nvSpPr>
            <p:cNvPr id="8" name="Freeform 5">
              <a:extLst>
                <a:ext uri="{FF2B5EF4-FFF2-40B4-BE49-F238E27FC236}">
                  <a16:creationId xmlns:a16="http://schemas.microsoft.com/office/drawing/2014/main" id="{291C7554-4DCE-4E8B-0E13-0FBAD2A3FAC4}"/>
                </a:ext>
              </a:extLst>
            </p:cNvPr>
            <p:cNvSpPr/>
            <p:nvPr/>
          </p:nvSpPr>
          <p:spPr>
            <a:xfrm>
              <a:off x="0" y="0"/>
              <a:ext cx="5979922" cy="5312156"/>
            </a:xfrm>
            <a:custGeom>
              <a:avLst/>
              <a:gdLst/>
              <a:ahLst/>
              <a:cxnLst/>
              <a:rect l="l" t="t" r="r" b="b"/>
              <a:pathLst>
                <a:path w="5979922" h="5312156">
                  <a:moveTo>
                    <a:pt x="5979922" y="0"/>
                  </a:moveTo>
                  <a:lnTo>
                    <a:pt x="0" y="0"/>
                  </a:lnTo>
                  <a:lnTo>
                    <a:pt x="1405128" y="1248156"/>
                  </a:lnTo>
                  <a:lnTo>
                    <a:pt x="4673600" y="1248156"/>
                  </a:lnTo>
                  <a:lnTo>
                    <a:pt x="4673600" y="4151757"/>
                  </a:lnTo>
                  <a:lnTo>
                    <a:pt x="5979922" y="5312156"/>
                  </a:lnTo>
                  <a:close/>
                </a:path>
              </a:pathLst>
            </a:custGeom>
            <a:solidFill>
              <a:srgbClr val="13C7FE"/>
            </a:solidFill>
          </p:spPr>
          <p:txBody>
            <a:bodyPr/>
            <a:lstStyle/>
            <a:p>
              <a:endParaRPr lang="en-US"/>
            </a:p>
          </p:txBody>
        </p:sp>
      </p:grpSp>
      <p:sp>
        <p:nvSpPr>
          <p:cNvPr id="21" name="Rectangle 20">
            <a:extLst>
              <a:ext uri="{FF2B5EF4-FFF2-40B4-BE49-F238E27FC236}">
                <a16:creationId xmlns:a16="http://schemas.microsoft.com/office/drawing/2014/main" id="{EFF7C088-4F98-969C-EC1A-5CD145DB5874}"/>
              </a:ext>
            </a:extLst>
          </p:cNvPr>
          <p:cNvSpPr/>
          <p:nvPr userDrawn="1"/>
        </p:nvSpPr>
        <p:spPr>
          <a:xfrm>
            <a:off x="838200" y="1678899"/>
            <a:ext cx="539646" cy="404621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37BFB0F3-6194-A7DE-0BE4-738A52891B4B}"/>
              </a:ext>
            </a:extLst>
          </p:cNvPr>
          <p:cNvSpPr>
            <a:spLocks noGrp="1"/>
          </p:cNvSpPr>
          <p:nvPr>
            <p:ph idx="1"/>
          </p:nvPr>
        </p:nvSpPr>
        <p:spPr>
          <a:xfrm>
            <a:off x="944380" y="1794503"/>
            <a:ext cx="8393244" cy="3930613"/>
          </a:xfrm>
        </p:spPr>
        <p:txBody>
          <a:bodyPr>
            <a:normAutofit/>
          </a:bodyPr>
          <a:lstStyle>
            <a:lvl1pPr marL="514350" indent="-514350">
              <a:buFont typeface="+mj-lt"/>
              <a:buAutoNum type="arabicPeriod"/>
              <a:defRPr sz="2200"/>
            </a:lvl1pPr>
            <a:lvl2pPr marL="914400" indent="-457200">
              <a:buFont typeface="Arial" panose="020B0604020202020204" pitchFamily="34" charset="0"/>
              <a:buChar char="•"/>
              <a:defRPr sz="2000"/>
            </a:lvl2pPr>
            <a:lvl3pPr marL="1371600" indent="-457200">
              <a:buFont typeface="+mj-lt"/>
              <a:buAutoNum type="arabicPeriod"/>
              <a:defRPr sz="1800"/>
            </a:lvl3pPr>
            <a:lvl4pPr marL="1714500" indent="-342900">
              <a:buFont typeface="+mj-lt"/>
              <a:buAutoNum type="arabicPeriod"/>
              <a:defRPr sz="1600"/>
            </a:lvl4pPr>
            <a:lvl5pPr marL="1828800" indent="0">
              <a:buFont typeface="+mj-lt"/>
              <a:buNone/>
              <a:defRPr sz="1600"/>
            </a:lvl5pPr>
          </a:lstStyle>
          <a:p>
            <a:pPr lvl="0"/>
            <a:r>
              <a:rPr lang="en-GB" dirty="0"/>
              <a:t>Click to edit Master text styles</a:t>
            </a:r>
          </a:p>
          <a:p>
            <a:pPr lvl="1"/>
            <a:r>
              <a:rPr lang="en-GB" dirty="0"/>
              <a:t>Second level</a:t>
            </a:r>
          </a:p>
          <a:p>
            <a:pPr lvl="0"/>
            <a:r>
              <a:rPr lang="en-GB" dirty="0"/>
              <a:t>Click to edit Master text styles</a:t>
            </a:r>
          </a:p>
          <a:p>
            <a:pPr lvl="1"/>
            <a:r>
              <a:rPr lang="en-GB" dirty="0"/>
              <a:t>Second level</a:t>
            </a:r>
          </a:p>
          <a:p>
            <a:pPr lvl="0"/>
            <a:r>
              <a:rPr lang="en-GB" dirty="0"/>
              <a:t>Click to edit Master text styles</a:t>
            </a:r>
          </a:p>
          <a:p>
            <a:pPr lvl="1"/>
            <a:r>
              <a:rPr lang="en-GB" dirty="0"/>
              <a:t>Second level</a:t>
            </a:r>
          </a:p>
          <a:p>
            <a:pPr lvl="0"/>
            <a:r>
              <a:rPr lang="en-GB" dirty="0"/>
              <a:t>Click to edit Master text styles</a:t>
            </a:r>
          </a:p>
          <a:p>
            <a:pPr lvl="1"/>
            <a:r>
              <a:rPr lang="en-GB" dirty="0"/>
              <a:t>Second level</a:t>
            </a:r>
          </a:p>
          <a:p>
            <a:pPr lvl="0"/>
            <a:r>
              <a:rPr lang="en-GB" dirty="0"/>
              <a:t>Click to edit Master text styles</a:t>
            </a:r>
          </a:p>
          <a:p>
            <a:pPr lvl="1"/>
            <a:r>
              <a:rPr lang="en-GB" dirty="0"/>
              <a:t>Second level</a:t>
            </a:r>
          </a:p>
          <a:p>
            <a:pPr lvl="1"/>
            <a:endParaRPr lang="en-GB" dirty="0"/>
          </a:p>
        </p:txBody>
      </p:sp>
    </p:spTree>
    <p:extLst>
      <p:ext uri="{BB962C8B-B14F-4D97-AF65-F5344CB8AC3E}">
        <p14:creationId xmlns:p14="http://schemas.microsoft.com/office/powerpoint/2010/main" val="138944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542C1-070B-66AF-BFE0-DE1CA3C9557D}"/>
              </a:ext>
            </a:extLst>
          </p:cNvPr>
          <p:cNvSpPr>
            <a:spLocks noGrp="1"/>
          </p:cNvSpPr>
          <p:nvPr>
            <p:ph type="title"/>
          </p:nvPr>
        </p:nvSpPr>
        <p:spPr>
          <a:xfrm>
            <a:off x="838200" y="716899"/>
            <a:ext cx="10515600" cy="973789"/>
          </a:xfr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CA46A00-ACC1-9370-BE1C-ED5725A7E3E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D973F00-F1DB-5F0D-2C43-4BDA971FFAC4}"/>
              </a:ext>
            </a:extLst>
          </p:cNvPr>
          <p:cNvSpPr>
            <a:spLocks noGrp="1"/>
          </p:cNvSpPr>
          <p:nvPr>
            <p:ph type="dt" sz="half" idx="10"/>
          </p:nvPr>
        </p:nvSpPr>
        <p:spPr/>
        <p:txBody>
          <a:bodyPr/>
          <a:lstStyle/>
          <a:p>
            <a:fld id="{4212A532-6B12-6643-A678-AA9055583282}" type="datetimeFigureOut">
              <a:rPr lang="en-US" smtClean="0"/>
              <a:t>10/12/26</a:t>
            </a:fld>
            <a:endParaRPr lang="en-US"/>
          </a:p>
        </p:txBody>
      </p:sp>
      <p:sp>
        <p:nvSpPr>
          <p:cNvPr id="6" name="Slide Number Placeholder 5">
            <a:extLst>
              <a:ext uri="{FF2B5EF4-FFF2-40B4-BE49-F238E27FC236}">
                <a16:creationId xmlns:a16="http://schemas.microsoft.com/office/drawing/2014/main" id="{890BE953-7993-BB11-32E9-E602A0DF6EF1}"/>
              </a:ext>
            </a:extLst>
          </p:cNvPr>
          <p:cNvSpPr>
            <a:spLocks noGrp="1"/>
          </p:cNvSpPr>
          <p:nvPr>
            <p:ph type="sldNum" sz="quarter" idx="12"/>
          </p:nvPr>
        </p:nvSpPr>
        <p:spPr/>
        <p:txBody>
          <a:bodyPr/>
          <a:lstStyle/>
          <a:p>
            <a:fld id="{CB4E8982-E842-9341-802E-E65954F72860}" type="slidenum">
              <a:rPr lang="en-US" smtClean="0"/>
              <a:t>‹#›</a:t>
            </a:fld>
            <a:endParaRPr lang="en-US"/>
          </a:p>
        </p:txBody>
      </p:sp>
    </p:spTree>
    <p:extLst>
      <p:ext uri="{BB962C8B-B14F-4D97-AF65-F5344CB8AC3E}">
        <p14:creationId xmlns:p14="http://schemas.microsoft.com/office/powerpoint/2010/main" val="228477252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542C1-070B-66AF-BFE0-DE1CA3C9557D}"/>
              </a:ext>
            </a:extLst>
          </p:cNvPr>
          <p:cNvSpPr>
            <a:spLocks noGrp="1"/>
          </p:cNvSpPr>
          <p:nvPr>
            <p:ph type="title"/>
          </p:nvPr>
        </p:nvSpPr>
        <p:spPr>
          <a:xfrm>
            <a:off x="838200" y="716899"/>
            <a:ext cx="10515600" cy="973789"/>
          </a:xfr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CA46A00-ACC1-9370-BE1C-ED5725A7E3E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D973F00-F1DB-5F0D-2C43-4BDA971FFAC4}"/>
              </a:ext>
            </a:extLst>
          </p:cNvPr>
          <p:cNvSpPr>
            <a:spLocks noGrp="1"/>
          </p:cNvSpPr>
          <p:nvPr>
            <p:ph type="dt" sz="half" idx="10"/>
          </p:nvPr>
        </p:nvSpPr>
        <p:spPr/>
        <p:txBody>
          <a:bodyPr/>
          <a:lstStyle/>
          <a:p>
            <a:fld id="{4212A532-6B12-6643-A678-AA9055583282}" type="datetimeFigureOut">
              <a:rPr lang="en-US" smtClean="0"/>
              <a:t>10/12/26</a:t>
            </a:fld>
            <a:endParaRPr lang="en-US"/>
          </a:p>
        </p:txBody>
      </p:sp>
      <p:sp>
        <p:nvSpPr>
          <p:cNvPr id="6" name="Slide Number Placeholder 5">
            <a:extLst>
              <a:ext uri="{FF2B5EF4-FFF2-40B4-BE49-F238E27FC236}">
                <a16:creationId xmlns:a16="http://schemas.microsoft.com/office/drawing/2014/main" id="{890BE953-7993-BB11-32E9-E602A0DF6EF1}"/>
              </a:ext>
            </a:extLst>
          </p:cNvPr>
          <p:cNvSpPr>
            <a:spLocks noGrp="1"/>
          </p:cNvSpPr>
          <p:nvPr>
            <p:ph type="sldNum" sz="quarter" idx="12"/>
          </p:nvPr>
        </p:nvSpPr>
        <p:spPr/>
        <p:txBody>
          <a:bodyPr/>
          <a:lstStyle/>
          <a:p>
            <a:fld id="{CB4E8982-E842-9341-802E-E65954F72860}" type="slidenum">
              <a:rPr lang="en-US" smtClean="0"/>
              <a:t>‹#›</a:t>
            </a:fld>
            <a:endParaRPr lang="en-US"/>
          </a:p>
        </p:txBody>
      </p:sp>
      <p:sp>
        <p:nvSpPr>
          <p:cNvPr id="7" name="Freeform 2">
            <a:extLst>
              <a:ext uri="{FF2B5EF4-FFF2-40B4-BE49-F238E27FC236}">
                <a16:creationId xmlns:a16="http://schemas.microsoft.com/office/drawing/2014/main" id="{BFE7BA99-D1E6-9222-FB5F-2ED6FAB21882}"/>
              </a:ext>
            </a:extLst>
          </p:cNvPr>
          <p:cNvSpPr/>
          <p:nvPr userDrawn="1"/>
        </p:nvSpPr>
        <p:spPr>
          <a:xfrm>
            <a:off x="227047" y="296542"/>
            <a:ext cx="2111516" cy="160659"/>
          </a:xfrm>
          <a:custGeom>
            <a:avLst/>
            <a:gdLst/>
            <a:ahLst/>
            <a:cxnLst/>
            <a:rect l="l" t="t" r="r" b="b"/>
            <a:pathLst>
              <a:path w="3183607" h="242231">
                <a:moveTo>
                  <a:pt x="0" y="0"/>
                </a:moveTo>
                <a:lnTo>
                  <a:pt x="3183607" y="0"/>
                </a:lnTo>
                <a:lnTo>
                  <a:pt x="3183607" y="242231"/>
                </a:lnTo>
                <a:lnTo>
                  <a:pt x="0" y="242231"/>
                </a:lnTo>
                <a:lnTo>
                  <a:pt x="0" y="0"/>
                </a:lnTo>
                <a:close/>
              </a:path>
            </a:pathLst>
          </a:custGeom>
          <a:blipFill>
            <a:blip r:embed="rId2"/>
            <a:stretch>
              <a:fillRect/>
            </a:stretch>
          </a:blipFill>
        </p:spPr>
        <p:txBody>
          <a:bodyPr/>
          <a:lstStyle/>
          <a:p>
            <a:endParaRPr lang="en-US"/>
          </a:p>
        </p:txBody>
      </p:sp>
    </p:spTree>
    <p:extLst>
      <p:ext uri="{BB962C8B-B14F-4D97-AF65-F5344CB8AC3E}">
        <p14:creationId xmlns:p14="http://schemas.microsoft.com/office/powerpoint/2010/main" val="272447301"/>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bg>
      <p:bgRef idx="1001">
        <a:schemeClr val="bg1"/>
      </p:bgRef>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1059F6-F0B9-4186-410F-56862652DDEA}"/>
              </a:ext>
            </a:extLst>
          </p:cNvPr>
          <p:cNvSpPr>
            <a:spLocks noGrp="1"/>
          </p:cNvSpPr>
          <p:nvPr>
            <p:ph type="sldNum" sz="quarter" idx="11"/>
          </p:nvPr>
        </p:nvSpPr>
        <p:spPr/>
        <p:txBody>
          <a:bodyPr/>
          <a:lstStyle/>
          <a:p>
            <a:fld id="{CB4E8982-E842-9341-802E-E65954F72860}" type="slidenum">
              <a:rPr lang="en-US" smtClean="0"/>
              <a:pPr/>
              <a:t>‹#›</a:t>
            </a:fld>
            <a:endParaRPr lang="en-US"/>
          </a:p>
        </p:txBody>
      </p:sp>
      <p:sp>
        <p:nvSpPr>
          <p:cNvPr id="28" name="Title 1">
            <a:extLst>
              <a:ext uri="{FF2B5EF4-FFF2-40B4-BE49-F238E27FC236}">
                <a16:creationId xmlns:a16="http://schemas.microsoft.com/office/drawing/2014/main" id="{09D72295-26F9-3BA3-72CD-52A4E4B9320F}"/>
              </a:ext>
            </a:extLst>
          </p:cNvPr>
          <p:cNvSpPr>
            <a:spLocks noGrp="1"/>
          </p:cNvSpPr>
          <p:nvPr>
            <p:ph type="ctrTitle"/>
          </p:nvPr>
        </p:nvSpPr>
        <p:spPr>
          <a:xfrm>
            <a:off x="2536746" y="2811621"/>
            <a:ext cx="9320607" cy="1087975"/>
          </a:xfrm>
        </p:spPr>
        <p:txBody>
          <a:bodyPr anchor="t">
            <a:noAutofit/>
          </a:bodyPr>
          <a:lstStyle>
            <a:lvl1pPr algn="r">
              <a:defRPr sz="4000">
                <a:solidFill>
                  <a:schemeClr val="tx1"/>
                </a:solidFill>
              </a:defRPr>
            </a:lvl1pPr>
          </a:lstStyle>
          <a:p>
            <a:r>
              <a:rPr lang="en-GB" dirty="0"/>
              <a:t>Click to edit Master title style</a:t>
            </a:r>
            <a:endParaRPr lang="en-US" dirty="0"/>
          </a:p>
        </p:txBody>
      </p:sp>
      <p:grpSp>
        <p:nvGrpSpPr>
          <p:cNvPr id="32" name="Group 31">
            <a:extLst>
              <a:ext uri="{FF2B5EF4-FFF2-40B4-BE49-F238E27FC236}">
                <a16:creationId xmlns:a16="http://schemas.microsoft.com/office/drawing/2014/main" id="{2249E059-468F-F834-EFDC-3E702ED07C0C}"/>
              </a:ext>
            </a:extLst>
          </p:cNvPr>
          <p:cNvGrpSpPr>
            <a:grpSpLocks/>
          </p:cNvGrpSpPr>
          <p:nvPr userDrawn="1"/>
        </p:nvGrpSpPr>
        <p:grpSpPr>
          <a:xfrm flipH="1" flipV="1">
            <a:off x="5678970" y="6220046"/>
            <a:ext cx="6513030" cy="618094"/>
            <a:chOff x="-17929" y="1"/>
            <a:chExt cx="6864756" cy="1507492"/>
          </a:xfrm>
        </p:grpSpPr>
        <p:sp>
          <p:nvSpPr>
            <p:cNvPr id="33" name="Triangle 32">
              <a:extLst>
                <a:ext uri="{FF2B5EF4-FFF2-40B4-BE49-F238E27FC236}">
                  <a16:creationId xmlns:a16="http://schemas.microsoft.com/office/drawing/2014/main" id="{B3C1D694-867D-124E-0E63-41E20C42DFB3}"/>
                </a:ext>
              </a:extLst>
            </p:cNvPr>
            <p:cNvSpPr>
              <a:spLocks/>
            </p:cNvSpPr>
            <p:nvPr userDrawn="1"/>
          </p:nvSpPr>
          <p:spPr>
            <a:xfrm rot="10800000">
              <a:off x="4511852" y="1"/>
              <a:ext cx="2334975" cy="1507492"/>
            </a:xfrm>
            <a:prstGeom prst="triangle">
              <a:avLst>
                <a:gd name="adj" fmla="val 2592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136DB82A-AF35-B60D-6CEF-B973B0DE535D}"/>
                </a:ext>
              </a:extLst>
            </p:cNvPr>
            <p:cNvSpPr>
              <a:spLocks/>
            </p:cNvSpPr>
            <p:nvPr userDrawn="1"/>
          </p:nvSpPr>
          <p:spPr>
            <a:xfrm>
              <a:off x="-17929" y="1"/>
              <a:ext cx="6258308" cy="15074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5" name="Group 34">
            <a:extLst>
              <a:ext uri="{FF2B5EF4-FFF2-40B4-BE49-F238E27FC236}">
                <a16:creationId xmlns:a16="http://schemas.microsoft.com/office/drawing/2014/main" id="{14BAE5B0-D712-356E-F486-37540BF1999E}"/>
              </a:ext>
            </a:extLst>
          </p:cNvPr>
          <p:cNvGrpSpPr>
            <a:grpSpLocks/>
          </p:cNvGrpSpPr>
          <p:nvPr userDrawn="1"/>
        </p:nvGrpSpPr>
        <p:grpSpPr>
          <a:xfrm>
            <a:off x="0" y="-507"/>
            <a:ext cx="6513030" cy="618094"/>
            <a:chOff x="-17929" y="1"/>
            <a:chExt cx="6864756" cy="1507492"/>
          </a:xfrm>
        </p:grpSpPr>
        <p:sp>
          <p:nvSpPr>
            <p:cNvPr id="36" name="Triangle 35">
              <a:extLst>
                <a:ext uri="{FF2B5EF4-FFF2-40B4-BE49-F238E27FC236}">
                  <a16:creationId xmlns:a16="http://schemas.microsoft.com/office/drawing/2014/main" id="{F761CA6B-8F05-BE73-FB3A-CCE1BA9406C4}"/>
                </a:ext>
              </a:extLst>
            </p:cNvPr>
            <p:cNvSpPr>
              <a:spLocks/>
            </p:cNvSpPr>
            <p:nvPr userDrawn="1"/>
          </p:nvSpPr>
          <p:spPr>
            <a:xfrm rot="10800000">
              <a:off x="4511852" y="1"/>
              <a:ext cx="2334975" cy="1507492"/>
            </a:xfrm>
            <a:prstGeom prst="triangle">
              <a:avLst>
                <a:gd name="adj" fmla="val 2592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079D9649-D556-AFE0-8751-28D1B252865C}"/>
                </a:ext>
              </a:extLst>
            </p:cNvPr>
            <p:cNvSpPr>
              <a:spLocks/>
            </p:cNvSpPr>
            <p:nvPr userDrawn="1"/>
          </p:nvSpPr>
          <p:spPr>
            <a:xfrm>
              <a:off x="-17929" y="1"/>
              <a:ext cx="6258308" cy="15074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 name="Picture 1" descr="Blue and black text on a black background&#10;&#10;Description automatically generated">
            <a:extLst>
              <a:ext uri="{FF2B5EF4-FFF2-40B4-BE49-F238E27FC236}">
                <a16:creationId xmlns:a16="http://schemas.microsoft.com/office/drawing/2014/main" id="{8E531C0D-59CA-B9B1-9404-352D8E15BE20}"/>
              </a:ext>
            </a:extLst>
          </p:cNvPr>
          <p:cNvPicPr>
            <a:picLocks noChangeAspect="1"/>
          </p:cNvPicPr>
          <p:nvPr userDrawn="1"/>
        </p:nvPicPr>
        <p:blipFill>
          <a:blip r:embed="rId2"/>
          <a:stretch>
            <a:fillRect/>
          </a:stretch>
        </p:blipFill>
        <p:spPr>
          <a:xfrm>
            <a:off x="9777316" y="820379"/>
            <a:ext cx="2196786" cy="382050"/>
          </a:xfrm>
          <a:prstGeom prst="rect">
            <a:avLst/>
          </a:prstGeom>
        </p:spPr>
      </p:pic>
      <p:sp>
        <p:nvSpPr>
          <p:cNvPr id="3" name="Title 1">
            <a:extLst>
              <a:ext uri="{FF2B5EF4-FFF2-40B4-BE49-F238E27FC236}">
                <a16:creationId xmlns:a16="http://schemas.microsoft.com/office/drawing/2014/main" id="{1591DFC9-01A5-5386-4815-BAC0076A8809}"/>
              </a:ext>
            </a:extLst>
          </p:cNvPr>
          <p:cNvSpPr txBox="1">
            <a:spLocks/>
          </p:cNvSpPr>
          <p:nvPr userDrawn="1"/>
        </p:nvSpPr>
        <p:spPr>
          <a:xfrm>
            <a:off x="2536746" y="3998910"/>
            <a:ext cx="9320607" cy="947364"/>
          </a:xfrm>
          <a:prstGeom prst="rect">
            <a:avLst/>
          </a:prstGeom>
        </p:spPr>
        <p:txBody>
          <a:bodyPr vert="horz" lIns="91440" tIns="45720" rIns="91440" bIns="45720" rtlCol="0" anchor="t">
            <a:noAutofit/>
          </a:bodyPr>
          <a:lstStyle>
            <a:lvl1pPr algn="r" defTabSz="914400" rtl="0" eaLnBrk="1" latinLnBrk="0" hangingPunct="1">
              <a:lnSpc>
                <a:spcPct val="90000"/>
              </a:lnSpc>
              <a:spcBef>
                <a:spcPct val="0"/>
              </a:spcBef>
              <a:buNone/>
              <a:defRPr sz="4000" kern="1200">
                <a:solidFill>
                  <a:schemeClr val="tx1"/>
                </a:solidFill>
                <a:latin typeface="Hermann Bold" pitchFamily="2" charset="0"/>
                <a:ea typeface="+mj-ea"/>
                <a:cs typeface="+mj-cs"/>
              </a:defRPr>
            </a:lvl1pPr>
          </a:lstStyle>
          <a:p>
            <a:r>
              <a:rPr lang="en-GB" sz="2800" dirty="0">
                <a:solidFill>
                  <a:schemeClr val="accent1"/>
                </a:solidFill>
                <a:latin typeface="Helmholtz Halvar Mittel Rg" pitchFamily="2" charset="0"/>
              </a:rPr>
              <a:t>Click to edit Master title style</a:t>
            </a:r>
            <a:endParaRPr lang="en-US" sz="2800" dirty="0">
              <a:solidFill>
                <a:schemeClr val="accent1"/>
              </a:solidFill>
              <a:latin typeface="Helmholtz Halvar Mittel Rg" pitchFamily="2" charset="0"/>
            </a:endParaRPr>
          </a:p>
        </p:txBody>
      </p:sp>
    </p:spTree>
    <p:extLst>
      <p:ext uri="{BB962C8B-B14F-4D97-AF65-F5344CB8AC3E}">
        <p14:creationId xmlns:p14="http://schemas.microsoft.com/office/powerpoint/2010/main" val="23933689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bg>
      <p:bgRef idx="1001">
        <a:schemeClr val="bg1"/>
      </p:bgRef>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1059F6-F0B9-4186-410F-56862652DDEA}"/>
              </a:ext>
            </a:extLst>
          </p:cNvPr>
          <p:cNvSpPr>
            <a:spLocks noGrp="1"/>
          </p:cNvSpPr>
          <p:nvPr>
            <p:ph type="sldNum" sz="quarter" idx="11"/>
          </p:nvPr>
        </p:nvSpPr>
        <p:spPr/>
        <p:txBody>
          <a:bodyPr/>
          <a:lstStyle/>
          <a:p>
            <a:fld id="{CB4E8982-E842-9341-802E-E65954F72860}" type="slidenum">
              <a:rPr lang="en-US" smtClean="0"/>
              <a:pPr/>
              <a:t>‹#›</a:t>
            </a:fld>
            <a:endParaRPr lang="en-US"/>
          </a:p>
        </p:txBody>
      </p:sp>
      <p:sp>
        <p:nvSpPr>
          <p:cNvPr id="5" name="Freeform 2">
            <a:extLst>
              <a:ext uri="{FF2B5EF4-FFF2-40B4-BE49-F238E27FC236}">
                <a16:creationId xmlns:a16="http://schemas.microsoft.com/office/drawing/2014/main" id="{144F4585-EB5D-A7EF-9EF3-EE29E3473B8D}"/>
              </a:ext>
            </a:extLst>
          </p:cNvPr>
          <p:cNvSpPr/>
          <p:nvPr userDrawn="1"/>
        </p:nvSpPr>
        <p:spPr>
          <a:xfrm>
            <a:off x="9135256" y="918973"/>
            <a:ext cx="2743200" cy="208722"/>
          </a:xfrm>
          <a:custGeom>
            <a:avLst/>
            <a:gdLst/>
            <a:ahLst/>
            <a:cxnLst/>
            <a:rect l="l" t="t" r="r" b="b"/>
            <a:pathLst>
              <a:path w="3183607" h="242231">
                <a:moveTo>
                  <a:pt x="0" y="0"/>
                </a:moveTo>
                <a:lnTo>
                  <a:pt x="3183607" y="0"/>
                </a:lnTo>
                <a:lnTo>
                  <a:pt x="3183607" y="242231"/>
                </a:lnTo>
                <a:lnTo>
                  <a:pt x="0" y="242231"/>
                </a:lnTo>
                <a:lnTo>
                  <a:pt x="0" y="0"/>
                </a:lnTo>
                <a:close/>
              </a:path>
            </a:pathLst>
          </a:custGeom>
          <a:blipFill>
            <a:blip r:embed="rId2"/>
            <a:stretch>
              <a:fillRect/>
            </a:stretch>
          </a:blipFill>
        </p:spPr>
        <p:txBody>
          <a:bodyPr/>
          <a:lstStyle/>
          <a:p>
            <a:endParaRPr lang="en-US"/>
          </a:p>
        </p:txBody>
      </p:sp>
      <p:sp>
        <p:nvSpPr>
          <p:cNvPr id="6" name="Freeform 3">
            <a:extLst>
              <a:ext uri="{FF2B5EF4-FFF2-40B4-BE49-F238E27FC236}">
                <a16:creationId xmlns:a16="http://schemas.microsoft.com/office/drawing/2014/main" id="{75FBF31A-4535-9900-FECF-CA4C0B066F0E}"/>
              </a:ext>
            </a:extLst>
          </p:cNvPr>
          <p:cNvSpPr/>
          <p:nvPr userDrawn="1"/>
        </p:nvSpPr>
        <p:spPr>
          <a:xfrm>
            <a:off x="0" y="2783374"/>
            <a:ext cx="5413506" cy="2305984"/>
          </a:xfrm>
          <a:custGeom>
            <a:avLst/>
            <a:gdLst/>
            <a:ahLst/>
            <a:cxnLst/>
            <a:rect l="l" t="t" r="r" b="b"/>
            <a:pathLst>
              <a:path w="9928734" h="4296748">
                <a:moveTo>
                  <a:pt x="0" y="0"/>
                </a:moveTo>
                <a:lnTo>
                  <a:pt x="9928734" y="0"/>
                </a:lnTo>
                <a:lnTo>
                  <a:pt x="9928734" y="4296748"/>
                </a:lnTo>
                <a:lnTo>
                  <a:pt x="0" y="4296748"/>
                </a:lnTo>
                <a:lnTo>
                  <a:pt x="0" y="0"/>
                </a:lnTo>
                <a:close/>
              </a:path>
            </a:pathLst>
          </a:custGeom>
          <a:blipFill>
            <a:blip>
              <a:extLst>
                <a:ext uri="{96DAC541-7B7A-43D3-8B79-37D633B846F1}">
                  <asvg:svgBlip xmlns:asvg="http://schemas.microsoft.com/office/drawing/2016/SVG/main" r:embed="rId3"/>
                </a:ext>
              </a:extLst>
            </a:blip>
            <a:stretch>
              <a:fillRect l="-40304"/>
            </a:stretch>
          </a:blipFill>
        </p:spPr>
        <p:txBody>
          <a:bodyPr/>
          <a:lstStyle/>
          <a:p>
            <a:endParaRPr lang="en-US" dirty="0"/>
          </a:p>
        </p:txBody>
      </p:sp>
      <p:sp>
        <p:nvSpPr>
          <p:cNvPr id="28" name="Title 1">
            <a:extLst>
              <a:ext uri="{FF2B5EF4-FFF2-40B4-BE49-F238E27FC236}">
                <a16:creationId xmlns:a16="http://schemas.microsoft.com/office/drawing/2014/main" id="{09D72295-26F9-3BA3-72CD-52A4E4B9320F}"/>
              </a:ext>
            </a:extLst>
          </p:cNvPr>
          <p:cNvSpPr>
            <a:spLocks noGrp="1"/>
          </p:cNvSpPr>
          <p:nvPr>
            <p:ph type="ctrTitle"/>
          </p:nvPr>
        </p:nvSpPr>
        <p:spPr>
          <a:xfrm>
            <a:off x="6298532" y="2830157"/>
            <a:ext cx="5579924" cy="947364"/>
          </a:xfrm>
        </p:spPr>
        <p:txBody>
          <a:bodyPr anchor="t">
            <a:normAutofit/>
          </a:bodyPr>
          <a:lstStyle>
            <a:lvl1pPr algn="r">
              <a:defRPr sz="3200">
                <a:solidFill>
                  <a:schemeClr val="tx1"/>
                </a:solidFill>
              </a:defRPr>
            </a:lvl1pPr>
          </a:lstStyle>
          <a:p>
            <a:r>
              <a:rPr lang="en-GB" dirty="0"/>
              <a:t>Click to edit Master title style</a:t>
            </a:r>
            <a:endParaRPr lang="en-US" dirty="0"/>
          </a:p>
        </p:txBody>
      </p:sp>
      <p:grpSp>
        <p:nvGrpSpPr>
          <p:cNvPr id="32" name="Group 31">
            <a:extLst>
              <a:ext uri="{FF2B5EF4-FFF2-40B4-BE49-F238E27FC236}">
                <a16:creationId xmlns:a16="http://schemas.microsoft.com/office/drawing/2014/main" id="{2249E059-468F-F834-EFDC-3E702ED07C0C}"/>
              </a:ext>
            </a:extLst>
          </p:cNvPr>
          <p:cNvGrpSpPr>
            <a:grpSpLocks/>
          </p:cNvGrpSpPr>
          <p:nvPr userDrawn="1"/>
        </p:nvGrpSpPr>
        <p:grpSpPr>
          <a:xfrm flipH="1" flipV="1">
            <a:off x="5678970" y="6220046"/>
            <a:ext cx="6513030" cy="618094"/>
            <a:chOff x="-17929" y="1"/>
            <a:chExt cx="6864756" cy="1507492"/>
          </a:xfrm>
        </p:grpSpPr>
        <p:sp>
          <p:nvSpPr>
            <p:cNvPr id="33" name="Triangle 32">
              <a:extLst>
                <a:ext uri="{FF2B5EF4-FFF2-40B4-BE49-F238E27FC236}">
                  <a16:creationId xmlns:a16="http://schemas.microsoft.com/office/drawing/2014/main" id="{B3C1D694-867D-124E-0E63-41E20C42DFB3}"/>
                </a:ext>
              </a:extLst>
            </p:cNvPr>
            <p:cNvSpPr>
              <a:spLocks/>
            </p:cNvSpPr>
            <p:nvPr userDrawn="1"/>
          </p:nvSpPr>
          <p:spPr>
            <a:xfrm rot="10800000">
              <a:off x="4511852" y="1"/>
              <a:ext cx="2334975" cy="1507492"/>
            </a:xfrm>
            <a:prstGeom prst="triangle">
              <a:avLst>
                <a:gd name="adj" fmla="val 2592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136DB82A-AF35-B60D-6CEF-B973B0DE535D}"/>
                </a:ext>
              </a:extLst>
            </p:cNvPr>
            <p:cNvSpPr>
              <a:spLocks/>
            </p:cNvSpPr>
            <p:nvPr userDrawn="1"/>
          </p:nvSpPr>
          <p:spPr>
            <a:xfrm>
              <a:off x="-17929" y="1"/>
              <a:ext cx="6258308" cy="15074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5" name="Group 34">
            <a:extLst>
              <a:ext uri="{FF2B5EF4-FFF2-40B4-BE49-F238E27FC236}">
                <a16:creationId xmlns:a16="http://schemas.microsoft.com/office/drawing/2014/main" id="{14BAE5B0-D712-356E-F486-37540BF1999E}"/>
              </a:ext>
            </a:extLst>
          </p:cNvPr>
          <p:cNvGrpSpPr>
            <a:grpSpLocks/>
          </p:cNvGrpSpPr>
          <p:nvPr userDrawn="1"/>
        </p:nvGrpSpPr>
        <p:grpSpPr>
          <a:xfrm>
            <a:off x="0" y="-507"/>
            <a:ext cx="6513030" cy="618094"/>
            <a:chOff x="-17929" y="1"/>
            <a:chExt cx="6864756" cy="1507492"/>
          </a:xfrm>
        </p:grpSpPr>
        <p:sp>
          <p:nvSpPr>
            <p:cNvPr id="36" name="Triangle 35">
              <a:extLst>
                <a:ext uri="{FF2B5EF4-FFF2-40B4-BE49-F238E27FC236}">
                  <a16:creationId xmlns:a16="http://schemas.microsoft.com/office/drawing/2014/main" id="{F761CA6B-8F05-BE73-FB3A-CCE1BA9406C4}"/>
                </a:ext>
              </a:extLst>
            </p:cNvPr>
            <p:cNvSpPr>
              <a:spLocks/>
            </p:cNvSpPr>
            <p:nvPr userDrawn="1"/>
          </p:nvSpPr>
          <p:spPr>
            <a:xfrm rot="10800000">
              <a:off x="4511852" y="1"/>
              <a:ext cx="2334975" cy="1507492"/>
            </a:xfrm>
            <a:prstGeom prst="triangle">
              <a:avLst>
                <a:gd name="adj" fmla="val 2592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079D9649-D556-AFE0-8751-28D1B252865C}"/>
                </a:ext>
              </a:extLst>
            </p:cNvPr>
            <p:cNvSpPr>
              <a:spLocks/>
            </p:cNvSpPr>
            <p:nvPr userDrawn="1"/>
          </p:nvSpPr>
          <p:spPr>
            <a:xfrm>
              <a:off x="-17929" y="1"/>
              <a:ext cx="6258308" cy="15074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13377817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C00FD-FBEC-C0A7-ECA7-CF25B18B7935}"/>
              </a:ext>
            </a:extLst>
          </p:cNvPr>
          <p:cNvSpPr>
            <a:spLocks noGrp="1"/>
          </p:cNvSpPr>
          <p:nvPr>
            <p:ph type="title"/>
          </p:nvPr>
        </p:nvSpPr>
        <p:spPr>
          <a:xfrm>
            <a:off x="831850" y="1709738"/>
            <a:ext cx="10515600" cy="2852737"/>
          </a:xfrm>
        </p:spPr>
        <p:txBody>
          <a:bodyPr anchor="b"/>
          <a:lstStyle>
            <a:lvl1pPr>
              <a:defRPr sz="6000">
                <a:solidFill>
                  <a:schemeClr val="tx1"/>
                </a:solidFill>
              </a:defRPr>
            </a:lvl1p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8B956C0D-B052-5C73-A81C-D065F61FBDBC}"/>
              </a:ext>
            </a:extLst>
          </p:cNvPr>
          <p:cNvSpPr>
            <a:spLocks noGrp="1"/>
          </p:cNvSpPr>
          <p:nvPr>
            <p:ph type="body" idx="1"/>
          </p:nvPr>
        </p:nvSpPr>
        <p:spPr>
          <a:xfrm>
            <a:off x="831850" y="4589463"/>
            <a:ext cx="10515600" cy="1500187"/>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CD530A7-E558-6A9D-B215-B136CD52840F}"/>
              </a:ext>
            </a:extLst>
          </p:cNvPr>
          <p:cNvSpPr>
            <a:spLocks noGrp="1"/>
          </p:cNvSpPr>
          <p:nvPr>
            <p:ph type="dt" sz="half" idx="10"/>
          </p:nvPr>
        </p:nvSpPr>
        <p:spPr/>
        <p:txBody>
          <a:bodyPr/>
          <a:lstStyle/>
          <a:p>
            <a:fld id="{4212A532-6B12-6643-A678-AA9055583282}" type="datetimeFigureOut">
              <a:rPr lang="en-US" smtClean="0"/>
              <a:t>10/12/26</a:t>
            </a:fld>
            <a:endParaRPr lang="en-US"/>
          </a:p>
        </p:txBody>
      </p:sp>
      <p:sp>
        <p:nvSpPr>
          <p:cNvPr id="6" name="Slide Number Placeholder 5">
            <a:extLst>
              <a:ext uri="{FF2B5EF4-FFF2-40B4-BE49-F238E27FC236}">
                <a16:creationId xmlns:a16="http://schemas.microsoft.com/office/drawing/2014/main" id="{B662E2F1-27E8-7218-6EEE-63A631C2D3EF}"/>
              </a:ext>
            </a:extLst>
          </p:cNvPr>
          <p:cNvSpPr>
            <a:spLocks noGrp="1"/>
          </p:cNvSpPr>
          <p:nvPr>
            <p:ph type="sldNum" sz="quarter" idx="12"/>
          </p:nvPr>
        </p:nvSpPr>
        <p:spPr/>
        <p:txBody>
          <a:bodyPr/>
          <a:lstStyle/>
          <a:p>
            <a:fld id="{CB4E8982-E842-9341-802E-E65954F72860}" type="slidenum">
              <a:rPr lang="en-US" smtClean="0"/>
              <a:t>‹#›</a:t>
            </a:fld>
            <a:endParaRPr lang="en-US"/>
          </a:p>
        </p:txBody>
      </p:sp>
    </p:spTree>
    <p:extLst>
      <p:ext uri="{BB962C8B-B14F-4D97-AF65-F5344CB8AC3E}">
        <p14:creationId xmlns:p14="http://schemas.microsoft.com/office/powerpoint/2010/main" val="504023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1DC97-4865-BD3D-30E0-E95BCC18C1C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4E85FF2-E0EB-E5E6-33C2-636B956455DB}"/>
              </a:ext>
            </a:extLst>
          </p:cNvPr>
          <p:cNvSpPr>
            <a:spLocks noGrp="1"/>
          </p:cNvSpPr>
          <p:nvPr>
            <p:ph sz="half" idx="1"/>
          </p:nvPr>
        </p:nvSpPr>
        <p:spPr>
          <a:xfrm>
            <a:off x="838200" y="1825625"/>
            <a:ext cx="5181600" cy="4351338"/>
          </a:xfrm>
        </p:spPr>
        <p:txBody>
          <a:bodyPr vert="horz" lIns="91440" tIns="45720" rIns="91440" bIns="45720" rtlCol="0">
            <a:normAutofit/>
          </a:bodyPr>
          <a:lstStyle>
            <a:lvl1pPr>
              <a:defRPr lang="en-GB" sz="2000" smtClean="0"/>
            </a:lvl1pPr>
            <a:lvl2pPr>
              <a:defRPr lang="en-GB" sz="1800" smtClean="0"/>
            </a:lvl2pPr>
            <a:lvl3pPr>
              <a:defRPr lang="en-GB" sz="1600" smtClean="0"/>
            </a:lvl3pPr>
            <a:lvl4pPr>
              <a:defRPr lang="en-GB" sz="1400" smtClean="0"/>
            </a:lvl4pPr>
            <a:lvl5pPr>
              <a:defRPr lang="en-US"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4C77DE8-54FA-376B-3BEA-CD90CD62E383}"/>
              </a:ext>
            </a:extLst>
          </p:cNvPr>
          <p:cNvSpPr>
            <a:spLocks noGrp="1"/>
          </p:cNvSpPr>
          <p:nvPr>
            <p:ph sz="half" idx="2"/>
          </p:nvPr>
        </p:nvSpPr>
        <p:spPr>
          <a:xfrm>
            <a:off x="6172200" y="1825625"/>
            <a:ext cx="5181600" cy="4351338"/>
          </a:xfrm>
        </p:spPr>
        <p:txBody>
          <a:bodyPr vert="horz" lIns="91440" tIns="45720" rIns="91440" bIns="45720" rtlCol="0">
            <a:normAutofit/>
          </a:bodyPr>
          <a:lstStyle>
            <a:lvl1pPr>
              <a:defRPr lang="en-GB" sz="2000" smtClean="0"/>
            </a:lvl1pPr>
            <a:lvl2pPr>
              <a:defRPr lang="en-GB" sz="1800" smtClean="0"/>
            </a:lvl2pPr>
            <a:lvl3pPr>
              <a:defRPr lang="en-GB" sz="1600" smtClean="0"/>
            </a:lvl3pPr>
            <a:lvl4pPr>
              <a:defRPr lang="en-GB" sz="1400" smtClean="0"/>
            </a:lvl4pPr>
            <a:lvl5pPr>
              <a:defRPr lang="en-US" sz="14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Date Placeholder 4">
            <a:extLst>
              <a:ext uri="{FF2B5EF4-FFF2-40B4-BE49-F238E27FC236}">
                <a16:creationId xmlns:a16="http://schemas.microsoft.com/office/drawing/2014/main" id="{931533AB-E3FA-5262-1E30-8CFE4FEC6FD7}"/>
              </a:ext>
            </a:extLst>
          </p:cNvPr>
          <p:cNvSpPr>
            <a:spLocks noGrp="1"/>
          </p:cNvSpPr>
          <p:nvPr>
            <p:ph type="dt" sz="half" idx="10"/>
          </p:nvPr>
        </p:nvSpPr>
        <p:spPr/>
        <p:txBody>
          <a:bodyPr/>
          <a:lstStyle/>
          <a:p>
            <a:fld id="{4212A532-6B12-6643-A678-AA9055583282}" type="datetimeFigureOut">
              <a:rPr lang="en-US" smtClean="0"/>
              <a:t>10/12/26</a:t>
            </a:fld>
            <a:endParaRPr lang="en-US"/>
          </a:p>
        </p:txBody>
      </p:sp>
      <p:sp>
        <p:nvSpPr>
          <p:cNvPr id="7" name="Slide Number Placeholder 6">
            <a:extLst>
              <a:ext uri="{FF2B5EF4-FFF2-40B4-BE49-F238E27FC236}">
                <a16:creationId xmlns:a16="http://schemas.microsoft.com/office/drawing/2014/main" id="{DE67C765-8073-5A08-EDDD-FAE6542FB95F}"/>
              </a:ext>
            </a:extLst>
          </p:cNvPr>
          <p:cNvSpPr>
            <a:spLocks noGrp="1"/>
          </p:cNvSpPr>
          <p:nvPr>
            <p:ph type="sldNum" sz="quarter" idx="12"/>
          </p:nvPr>
        </p:nvSpPr>
        <p:spPr/>
        <p:txBody>
          <a:bodyPr/>
          <a:lstStyle/>
          <a:p>
            <a:fld id="{CB4E8982-E842-9341-802E-E65954F72860}" type="slidenum">
              <a:rPr lang="en-US" smtClean="0"/>
              <a:t>‹#›</a:t>
            </a:fld>
            <a:endParaRPr lang="en-US"/>
          </a:p>
        </p:txBody>
      </p:sp>
    </p:spTree>
    <p:extLst>
      <p:ext uri="{BB962C8B-B14F-4D97-AF65-F5344CB8AC3E}">
        <p14:creationId xmlns:p14="http://schemas.microsoft.com/office/powerpoint/2010/main" val="1287182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5AC6D-B979-A356-742E-D157463E5631}"/>
              </a:ext>
            </a:extLst>
          </p:cNvPr>
          <p:cNvSpPr>
            <a:spLocks noGrp="1"/>
          </p:cNvSpPr>
          <p:nvPr>
            <p:ph type="title"/>
          </p:nvPr>
        </p:nvSpPr>
        <p:spPr>
          <a:xfrm>
            <a:off x="839788" y="539646"/>
            <a:ext cx="10515600" cy="1151042"/>
          </a:xfrm>
        </p:spPr>
        <p:txBody>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3B8D3B93-5433-A5FF-8FF8-BF7EF902DACA}"/>
              </a:ext>
            </a:extLst>
          </p:cNvPr>
          <p:cNvSpPr>
            <a:spLocks noGrp="1"/>
          </p:cNvSpPr>
          <p:nvPr>
            <p:ph type="body" idx="1"/>
          </p:nvPr>
        </p:nvSpPr>
        <p:spPr>
          <a:xfrm>
            <a:off x="839788" y="1681163"/>
            <a:ext cx="5157787" cy="823912"/>
          </a:xfrm>
        </p:spPr>
        <p:txBody>
          <a:bodyPr vert="horz" lIns="91440" tIns="45720" rIns="91440" bIns="45720" rtlCol="0" anchor="b">
            <a:noAutofit/>
          </a:bodyPr>
          <a:lstStyle>
            <a:lvl1pPr>
              <a:defRPr lang="en-GB" sz="2500" b="1" smtClean="0">
                <a:solidFill>
                  <a:schemeClr val="accent1"/>
                </a:solidFill>
              </a:defRPr>
            </a:lvl1pPr>
          </a:lstStyle>
          <a:p>
            <a:pPr marL="0" lvl="0" indent="0">
              <a:buNone/>
            </a:pPr>
            <a:r>
              <a:rPr lang="en-GB" dirty="0"/>
              <a:t>Click to edit Master text styles</a:t>
            </a:r>
          </a:p>
        </p:txBody>
      </p:sp>
      <p:sp>
        <p:nvSpPr>
          <p:cNvPr id="4" name="Content Placeholder 3">
            <a:extLst>
              <a:ext uri="{FF2B5EF4-FFF2-40B4-BE49-F238E27FC236}">
                <a16:creationId xmlns:a16="http://schemas.microsoft.com/office/drawing/2014/main" id="{EB5CE50B-AB43-B814-CD38-8F979126D04E}"/>
              </a:ext>
            </a:extLst>
          </p:cNvPr>
          <p:cNvSpPr>
            <a:spLocks noGrp="1"/>
          </p:cNvSpPr>
          <p:nvPr>
            <p:ph sz="half" idx="2"/>
          </p:nvPr>
        </p:nvSpPr>
        <p:spPr>
          <a:xfrm>
            <a:off x="839788" y="2505075"/>
            <a:ext cx="5157787" cy="3684588"/>
          </a:xfrm>
        </p:spPr>
        <p:txBody>
          <a:bodyPr/>
          <a:lstStyle>
            <a:lvl1pPr>
              <a:defRPr sz="2000"/>
            </a:lvl1pPr>
            <a:lvl2pPr>
              <a:defRPr sz="1800"/>
            </a:lvl2pPr>
            <a:lvl3pPr>
              <a:defRPr sz="1600"/>
            </a:lvl3pPr>
            <a:lvl4pPr>
              <a:defRPr sz="1400"/>
            </a:lvl4pPr>
            <a:lvl5pPr>
              <a:defRPr sz="14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Text Placeholder 4">
            <a:extLst>
              <a:ext uri="{FF2B5EF4-FFF2-40B4-BE49-F238E27FC236}">
                <a16:creationId xmlns:a16="http://schemas.microsoft.com/office/drawing/2014/main" id="{0E14D77A-FA91-BB16-BB0C-4A7EFB621E29}"/>
              </a:ext>
            </a:extLst>
          </p:cNvPr>
          <p:cNvSpPr>
            <a:spLocks noGrp="1"/>
          </p:cNvSpPr>
          <p:nvPr>
            <p:ph type="body" sz="quarter" idx="3"/>
          </p:nvPr>
        </p:nvSpPr>
        <p:spPr>
          <a:xfrm>
            <a:off x="6172200" y="1681163"/>
            <a:ext cx="5183188" cy="823912"/>
          </a:xfrm>
        </p:spPr>
        <p:txBody>
          <a:bodyPr anchor="b">
            <a:noAutofit/>
          </a:bodyPr>
          <a:lstStyle>
            <a:lvl1pPr marL="0" indent="0">
              <a:buNone/>
              <a:defRPr sz="25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D34428C1-1EC8-4D99-AEC5-959DA6DB104A}"/>
              </a:ext>
            </a:extLst>
          </p:cNvPr>
          <p:cNvSpPr>
            <a:spLocks noGrp="1"/>
          </p:cNvSpPr>
          <p:nvPr>
            <p:ph sz="quarter" idx="4"/>
          </p:nvPr>
        </p:nvSpPr>
        <p:spPr>
          <a:xfrm>
            <a:off x="6172200" y="2505075"/>
            <a:ext cx="5183188" cy="3684588"/>
          </a:xfrm>
        </p:spPr>
        <p:txBody>
          <a:bodyPr/>
          <a:lstStyle>
            <a:lvl1pPr>
              <a:defRPr sz="2000"/>
            </a:lvl1pPr>
            <a:lvl2pPr>
              <a:defRPr sz="1800"/>
            </a:lvl2pPr>
            <a:lvl3pPr>
              <a:defRPr sz="1600"/>
            </a:lvl3pPr>
            <a:lvl4pPr>
              <a:defRPr sz="1400"/>
            </a:lvl4pPr>
            <a:lvl5pPr>
              <a:defRPr sz="14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Date Placeholder 6">
            <a:extLst>
              <a:ext uri="{FF2B5EF4-FFF2-40B4-BE49-F238E27FC236}">
                <a16:creationId xmlns:a16="http://schemas.microsoft.com/office/drawing/2014/main" id="{635D75C5-390D-8D15-7DC8-02F6076B5401}"/>
              </a:ext>
            </a:extLst>
          </p:cNvPr>
          <p:cNvSpPr>
            <a:spLocks noGrp="1"/>
          </p:cNvSpPr>
          <p:nvPr>
            <p:ph type="dt" sz="half" idx="10"/>
          </p:nvPr>
        </p:nvSpPr>
        <p:spPr/>
        <p:txBody>
          <a:bodyPr/>
          <a:lstStyle/>
          <a:p>
            <a:fld id="{4212A532-6B12-6643-A678-AA9055583282}" type="datetimeFigureOut">
              <a:rPr lang="en-US" smtClean="0"/>
              <a:t>10/12/26</a:t>
            </a:fld>
            <a:endParaRPr lang="en-US"/>
          </a:p>
        </p:txBody>
      </p:sp>
      <p:sp>
        <p:nvSpPr>
          <p:cNvPr id="9" name="Slide Number Placeholder 8">
            <a:extLst>
              <a:ext uri="{FF2B5EF4-FFF2-40B4-BE49-F238E27FC236}">
                <a16:creationId xmlns:a16="http://schemas.microsoft.com/office/drawing/2014/main" id="{3B6E1622-BEBB-A3C7-2F11-BD80D94D86D4}"/>
              </a:ext>
            </a:extLst>
          </p:cNvPr>
          <p:cNvSpPr>
            <a:spLocks noGrp="1"/>
          </p:cNvSpPr>
          <p:nvPr>
            <p:ph type="sldNum" sz="quarter" idx="12"/>
          </p:nvPr>
        </p:nvSpPr>
        <p:spPr/>
        <p:txBody>
          <a:bodyPr/>
          <a:lstStyle/>
          <a:p>
            <a:fld id="{CB4E8982-E842-9341-802E-E65954F72860}" type="slidenum">
              <a:rPr lang="en-US" smtClean="0"/>
              <a:t>‹#›</a:t>
            </a:fld>
            <a:endParaRPr lang="en-US"/>
          </a:p>
        </p:txBody>
      </p:sp>
    </p:spTree>
    <p:extLst>
      <p:ext uri="{BB962C8B-B14F-4D97-AF65-F5344CB8AC3E}">
        <p14:creationId xmlns:p14="http://schemas.microsoft.com/office/powerpoint/2010/main" val="1624362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1_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5AC6D-B979-A356-742E-D157463E5631}"/>
              </a:ext>
            </a:extLst>
          </p:cNvPr>
          <p:cNvSpPr>
            <a:spLocks noGrp="1"/>
          </p:cNvSpPr>
          <p:nvPr>
            <p:ph type="title"/>
          </p:nvPr>
        </p:nvSpPr>
        <p:spPr>
          <a:xfrm>
            <a:off x="839788" y="539646"/>
            <a:ext cx="10515600" cy="1151042"/>
          </a:xfrm>
        </p:spPr>
        <p:txBody>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3B8D3B93-5433-A5FF-8FF8-BF7EF902DACA}"/>
              </a:ext>
            </a:extLst>
          </p:cNvPr>
          <p:cNvSpPr>
            <a:spLocks noGrp="1"/>
          </p:cNvSpPr>
          <p:nvPr>
            <p:ph type="body" idx="1"/>
          </p:nvPr>
        </p:nvSpPr>
        <p:spPr>
          <a:xfrm>
            <a:off x="839788" y="1681163"/>
            <a:ext cx="5157787" cy="823912"/>
          </a:xfrm>
        </p:spPr>
        <p:txBody>
          <a:bodyPr vert="horz" lIns="91440" tIns="45720" rIns="91440" bIns="45720" rtlCol="0" anchor="b">
            <a:noAutofit/>
          </a:bodyPr>
          <a:lstStyle>
            <a:lvl1pPr>
              <a:defRPr lang="en-GB" sz="2500" b="1" smtClean="0">
                <a:solidFill>
                  <a:schemeClr val="accent1"/>
                </a:solidFill>
              </a:defRPr>
            </a:lvl1pPr>
          </a:lstStyle>
          <a:p>
            <a:pPr marL="0" lvl="0" indent="0">
              <a:buNone/>
            </a:pPr>
            <a:r>
              <a:rPr lang="en-GB" dirty="0"/>
              <a:t>Click to edit Master text styles</a:t>
            </a:r>
          </a:p>
        </p:txBody>
      </p:sp>
      <p:sp>
        <p:nvSpPr>
          <p:cNvPr id="4" name="Content Placeholder 3">
            <a:extLst>
              <a:ext uri="{FF2B5EF4-FFF2-40B4-BE49-F238E27FC236}">
                <a16:creationId xmlns:a16="http://schemas.microsoft.com/office/drawing/2014/main" id="{EB5CE50B-AB43-B814-CD38-8F979126D04E}"/>
              </a:ext>
            </a:extLst>
          </p:cNvPr>
          <p:cNvSpPr>
            <a:spLocks noGrp="1"/>
          </p:cNvSpPr>
          <p:nvPr>
            <p:ph sz="half" idx="2"/>
          </p:nvPr>
        </p:nvSpPr>
        <p:spPr>
          <a:xfrm>
            <a:off x="839788" y="2505075"/>
            <a:ext cx="5157787" cy="3684588"/>
          </a:xfrm>
        </p:spPr>
        <p:txBody>
          <a:bodyPr/>
          <a:lstStyle>
            <a:lvl1pPr>
              <a:defRPr sz="2000"/>
            </a:lvl1pPr>
            <a:lvl2pPr>
              <a:defRPr sz="1800"/>
            </a:lvl2pPr>
            <a:lvl3pPr>
              <a:defRPr sz="1600"/>
            </a:lvl3pPr>
            <a:lvl4pPr>
              <a:defRPr sz="1400"/>
            </a:lvl4pPr>
            <a:lvl5pPr>
              <a:defRPr sz="14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Text Placeholder 4">
            <a:extLst>
              <a:ext uri="{FF2B5EF4-FFF2-40B4-BE49-F238E27FC236}">
                <a16:creationId xmlns:a16="http://schemas.microsoft.com/office/drawing/2014/main" id="{0E14D77A-FA91-BB16-BB0C-4A7EFB621E29}"/>
              </a:ext>
            </a:extLst>
          </p:cNvPr>
          <p:cNvSpPr>
            <a:spLocks noGrp="1"/>
          </p:cNvSpPr>
          <p:nvPr>
            <p:ph type="body" sz="quarter" idx="3"/>
          </p:nvPr>
        </p:nvSpPr>
        <p:spPr>
          <a:xfrm>
            <a:off x="6172200" y="1681163"/>
            <a:ext cx="5183188" cy="823912"/>
          </a:xfrm>
        </p:spPr>
        <p:txBody>
          <a:bodyPr anchor="b">
            <a:noAutofit/>
          </a:bodyPr>
          <a:lstStyle>
            <a:lvl1pPr marL="0" indent="0">
              <a:buNone/>
              <a:defRPr sz="25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D34428C1-1EC8-4D99-AEC5-959DA6DB104A}"/>
              </a:ext>
            </a:extLst>
          </p:cNvPr>
          <p:cNvSpPr>
            <a:spLocks noGrp="1"/>
          </p:cNvSpPr>
          <p:nvPr>
            <p:ph sz="quarter" idx="4"/>
          </p:nvPr>
        </p:nvSpPr>
        <p:spPr>
          <a:xfrm>
            <a:off x="6172200" y="2505075"/>
            <a:ext cx="5183188" cy="3684588"/>
          </a:xfrm>
        </p:spPr>
        <p:txBody>
          <a:bodyPr/>
          <a:lstStyle>
            <a:lvl1pPr>
              <a:defRPr sz="2000"/>
            </a:lvl1pPr>
            <a:lvl2pPr>
              <a:defRPr sz="1800"/>
            </a:lvl2pPr>
            <a:lvl3pPr>
              <a:defRPr sz="1600"/>
            </a:lvl3pPr>
            <a:lvl4pPr>
              <a:defRPr sz="1400"/>
            </a:lvl4pPr>
            <a:lvl5pPr>
              <a:defRPr sz="14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Date Placeholder 6">
            <a:extLst>
              <a:ext uri="{FF2B5EF4-FFF2-40B4-BE49-F238E27FC236}">
                <a16:creationId xmlns:a16="http://schemas.microsoft.com/office/drawing/2014/main" id="{635D75C5-390D-8D15-7DC8-02F6076B5401}"/>
              </a:ext>
            </a:extLst>
          </p:cNvPr>
          <p:cNvSpPr>
            <a:spLocks noGrp="1"/>
          </p:cNvSpPr>
          <p:nvPr>
            <p:ph type="dt" sz="half" idx="10"/>
          </p:nvPr>
        </p:nvSpPr>
        <p:spPr/>
        <p:txBody>
          <a:bodyPr/>
          <a:lstStyle/>
          <a:p>
            <a:fld id="{4212A532-6B12-6643-A678-AA9055583282}" type="datetimeFigureOut">
              <a:rPr lang="en-US" smtClean="0"/>
              <a:t>10/12/26</a:t>
            </a:fld>
            <a:endParaRPr lang="en-US"/>
          </a:p>
        </p:txBody>
      </p:sp>
      <p:sp>
        <p:nvSpPr>
          <p:cNvPr id="9" name="Slide Number Placeholder 8">
            <a:extLst>
              <a:ext uri="{FF2B5EF4-FFF2-40B4-BE49-F238E27FC236}">
                <a16:creationId xmlns:a16="http://schemas.microsoft.com/office/drawing/2014/main" id="{3B6E1622-BEBB-A3C7-2F11-BD80D94D86D4}"/>
              </a:ext>
            </a:extLst>
          </p:cNvPr>
          <p:cNvSpPr>
            <a:spLocks noGrp="1"/>
          </p:cNvSpPr>
          <p:nvPr>
            <p:ph type="sldNum" sz="quarter" idx="12"/>
          </p:nvPr>
        </p:nvSpPr>
        <p:spPr/>
        <p:txBody>
          <a:bodyPr/>
          <a:lstStyle/>
          <a:p>
            <a:fld id="{CB4E8982-E842-9341-802E-E65954F72860}" type="slidenum">
              <a:rPr lang="en-US" smtClean="0"/>
              <a:t>‹#›</a:t>
            </a:fld>
            <a:endParaRPr lang="en-US"/>
          </a:p>
        </p:txBody>
      </p:sp>
      <p:sp>
        <p:nvSpPr>
          <p:cNvPr id="8" name="Freeform 2">
            <a:extLst>
              <a:ext uri="{FF2B5EF4-FFF2-40B4-BE49-F238E27FC236}">
                <a16:creationId xmlns:a16="http://schemas.microsoft.com/office/drawing/2014/main" id="{2199411B-8344-5455-345D-007F2CABFB6D}"/>
              </a:ext>
            </a:extLst>
          </p:cNvPr>
          <p:cNvSpPr/>
          <p:nvPr userDrawn="1"/>
        </p:nvSpPr>
        <p:spPr>
          <a:xfrm>
            <a:off x="227047" y="296542"/>
            <a:ext cx="2111516" cy="160659"/>
          </a:xfrm>
          <a:custGeom>
            <a:avLst/>
            <a:gdLst/>
            <a:ahLst/>
            <a:cxnLst/>
            <a:rect l="l" t="t" r="r" b="b"/>
            <a:pathLst>
              <a:path w="3183607" h="242231">
                <a:moveTo>
                  <a:pt x="0" y="0"/>
                </a:moveTo>
                <a:lnTo>
                  <a:pt x="3183607" y="0"/>
                </a:lnTo>
                <a:lnTo>
                  <a:pt x="3183607" y="242231"/>
                </a:lnTo>
                <a:lnTo>
                  <a:pt x="0" y="242231"/>
                </a:lnTo>
                <a:lnTo>
                  <a:pt x="0" y="0"/>
                </a:lnTo>
                <a:close/>
              </a:path>
            </a:pathLst>
          </a:custGeom>
          <a:blipFill>
            <a:blip r:embed="rId2"/>
            <a:stretch>
              <a:fillRect/>
            </a:stretch>
          </a:blipFill>
        </p:spPr>
        <p:txBody>
          <a:bodyPr/>
          <a:lstStyle/>
          <a:p>
            <a:endParaRPr lang="en-US"/>
          </a:p>
        </p:txBody>
      </p:sp>
    </p:spTree>
    <p:extLst>
      <p:ext uri="{BB962C8B-B14F-4D97-AF65-F5344CB8AC3E}">
        <p14:creationId xmlns:p14="http://schemas.microsoft.com/office/powerpoint/2010/main" val="2767077006"/>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244F1-20B2-ECB6-B125-4D51D857E25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7F12E43-2568-45BA-F5B8-B50C0976DD50}"/>
              </a:ext>
            </a:extLst>
          </p:cNvPr>
          <p:cNvSpPr>
            <a:spLocks noGrp="1"/>
          </p:cNvSpPr>
          <p:nvPr>
            <p:ph type="dt" sz="half" idx="10"/>
          </p:nvPr>
        </p:nvSpPr>
        <p:spPr/>
        <p:txBody>
          <a:bodyPr/>
          <a:lstStyle/>
          <a:p>
            <a:fld id="{4212A532-6B12-6643-A678-AA9055583282}" type="datetimeFigureOut">
              <a:rPr lang="en-US" smtClean="0"/>
              <a:t>10/12/26</a:t>
            </a:fld>
            <a:endParaRPr lang="en-US"/>
          </a:p>
        </p:txBody>
      </p:sp>
      <p:sp>
        <p:nvSpPr>
          <p:cNvPr id="5" name="Slide Number Placeholder 4">
            <a:extLst>
              <a:ext uri="{FF2B5EF4-FFF2-40B4-BE49-F238E27FC236}">
                <a16:creationId xmlns:a16="http://schemas.microsoft.com/office/drawing/2014/main" id="{7527936F-D4D6-950C-717E-E30DFF9A36E0}"/>
              </a:ext>
            </a:extLst>
          </p:cNvPr>
          <p:cNvSpPr>
            <a:spLocks noGrp="1"/>
          </p:cNvSpPr>
          <p:nvPr>
            <p:ph type="sldNum" sz="quarter" idx="12"/>
          </p:nvPr>
        </p:nvSpPr>
        <p:spPr/>
        <p:txBody>
          <a:bodyPr/>
          <a:lstStyle/>
          <a:p>
            <a:fld id="{CB4E8982-E842-9341-802E-E65954F72860}" type="slidenum">
              <a:rPr lang="en-US" smtClean="0"/>
              <a:t>‹#›</a:t>
            </a:fld>
            <a:endParaRPr lang="en-US"/>
          </a:p>
        </p:txBody>
      </p:sp>
    </p:spTree>
    <p:extLst>
      <p:ext uri="{BB962C8B-B14F-4D97-AF65-F5344CB8AC3E}">
        <p14:creationId xmlns:p14="http://schemas.microsoft.com/office/powerpoint/2010/main" val="3223435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68D271-E372-BC20-3F28-C532FBC75ADA}"/>
              </a:ext>
            </a:extLst>
          </p:cNvPr>
          <p:cNvSpPr>
            <a:spLocks noGrp="1"/>
          </p:cNvSpPr>
          <p:nvPr>
            <p:ph type="dt" sz="half" idx="10"/>
          </p:nvPr>
        </p:nvSpPr>
        <p:spPr/>
        <p:txBody>
          <a:bodyPr/>
          <a:lstStyle/>
          <a:p>
            <a:fld id="{4212A532-6B12-6643-A678-AA9055583282}" type="datetimeFigureOut">
              <a:rPr lang="en-US" smtClean="0"/>
              <a:t>10/12/26</a:t>
            </a:fld>
            <a:endParaRPr lang="en-US"/>
          </a:p>
        </p:txBody>
      </p:sp>
      <p:sp>
        <p:nvSpPr>
          <p:cNvPr id="4" name="Slide Number Placeholder 3">
            <a:extLst>
              <a:ext uri="{FF2B5EF4-FFF2-40B4-BE49-F238E27FC236}">
                <a16:creationId xmlns:a16="http://schemas.microsoft.com/office/drawing/2014/main" id="{86A9E38B-356E-2124-9778-0C0BFAD793EA}"/>
              </a:ext>
            </a:extLst>
          </p:cNvPr>
          <p:cNvSpPr>
            <a:spLocks noGrp="1"/>
          </p:cNvSpPr>
          <p:nvPr>
            <p:ph type="sldNum" sz="quarter" idx="12"/>
          </p:nvPr>
        </p:nvSpPr>
        <p:spPr/>
        <p:txBody>
          <a:bodyPr/>
          <a:lstStyle/>
          <a:p>
            <a:fld id="{CB4E8982-E842-9341-802E-E65954F72860}" type="slidenum">
              <a:rPr lang="en-US" smtClean="0"/>
              <a:t>‹#›</a:t>
            </a:fld>
            <a:endParaRPr lang="en-US"/>
          </a:p>
        </p:txBody>
      </p:sp>
    </p:spTree>
    <p:extLst>
      <p:ext uri="{BB962C8B-B14F-4D97-AF65-F5344CB8AC3E}">
        <p14:creationId xmlns:p14="http://schemas.microsoft.com/office/powerpoint/2010/main" val="35106737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ED296-40E8-FBCA-29CB-F30C386AB816}"/>
              </a:ext>
            </a:extLst>
          </p:cNvPr>
          <p:cNvSpPr>
            <a:spLocks noGrp="1"/>
          </p:cNvSpPr>
          <p:nvPr>
            <p:ph type="title"/>
          </p:nvPr>
        </p:nvSpPr>
        <p:spPr>
          <a:xfrm>
            <a:off x="839788" y="457200"/>
            <a:ext cx="3932237" cy="1600200"/>
          </a:xfrm>
        </p:spPr>
        <p:txBody>
          <a:bodyPr anchor="b">
            <a:normAutofit/>
          </a:bodyPr>
          <a:lstStyle>
            <a:lvl1pPr>
              <a:defRPr sz="28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FC912C7-2C33-6365-A590-6EF39A08A29D}"/>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969B711-EE7F-3EC1-1140-B7078FD8E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DC8BCF3-24A7-B220-D5DD-92858E433107}"/>
              </a:ext>
            </a:extLst>
          </p:cNvPr>
          <p:cNvSpPr>
            <a:spLocks noGrp="1"/>
          </p:cNvSpPr>
          <p:nvPr>
            <p:ph type="dt" sz="half" idx="10"/>
          </p:nvPr>
        </p:nvSpPr>
        <p:spPr/>
        <p:txBody>
          <a:bodyPr/>
          <a:lstStyle/>
          <a:p>
            <a:fld id="{4212A532-6B12-6643-A678-AA9055583282}" type="datetimeFigureOut">
              <a:rPr lang="en-US" smtClean="0"/>
              <a:t>10/12/26</a:t>
            </a:fld>
            <a:endParaRPr lang="en-US"/>
          </a:p>
        </p:txBody>
      </p:sp>
      <p:sp>
        <p:nvSpPr>
          <p:cNvPr id="7" name="Slide Number Placeholder 6">
            <a:extLst>
              <a:ext uri="{FF2B5EF4-FFF2-40B4-BE49-F238E27FC236}">
                <a16:creationId xmlns:a16="http://schemas.microsoft.com/office/drawing/2014/main" id="{C8C395A6-CA4F-9AFF-6DF5-00F65A5AACEB}"/>
              </a:ext>
            </a:extLst>
          </p:cNvPr>
          <p:cNvSpPr>
            <a:spLocks noGrp="1"/>
          </p:cNvSpPr>
          <p:nvPr>
            <p:ph type="sldNum" sz="quarter" idx="12"/>
          </p:nvPr>
        </p:nvSpPr>
        <p:spPr/>
        <p:txBody>
          <a:bodyPr/>
          <a:lstStyle/>
          <a:p>
            <a:fld id="{CB4E8982-E842-9341-802E-E65954F72860}" type="slidenum">
              <a:rPr lang="en-US" smtClean="0"/>
              <a:t>‹#›</a:t>
            </a:fld>
            <a:endParaRPr lang="en-US"/>
          </a:p>
        </p:txBody>
      </p:sp>
    </p:spTree>
    <p:extLst>
      <p:ext uri="{BB962C8B-B14F-4D97-AF65-F5344CB8AC3E}">
        <p14:creationId xmlns:p14="http://schemas.microsoft.com/office/powerpoint/2010/main" val="1177217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4FC6A-97C9-7312-6550-2DA01C82BF74}"/>
              </a:ext>
            </a:extLst>
          </p:cNvPr>
          <p:cNvSpPr>
            <a:spLocks noGrp="1"/>
          </p:cNvSpPr>
          <p:nvPr>
            <p:ph type="title"/>
          </p:nvPr>
        </p:nvSpPr>
        <p:spPr>
          <a:xfrm>
            <a:off x="839788" y="584616"/>
            <a:ext cx="3932237" cy="1472784"/>
          </a:xfrm>
        </p:spPr>
        <p:txBody>
          <a:bodyPr anchor="b">
            <a:normAutofit/>
          </a:bodyPr>
          <a:lstStyle>
            <a:lvl1pPr>
              <a:defRPr sz="28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DF18077-1C5B-84CC-7F3F-D47B12BBF9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A76897-6952-FBA5-E7A1-A59B7A735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AE0EB33-B8C1-A9E6-01F0-D00F288A9AEE}"/>
              </a:ext>
            </a:extLst>
          </p:cNvPr>
          <p:cNvSpPr>
            <a:spLocks noGrp="1"/>
          </p:cNvSpPr>
          <p:nvPr>
            <p:ph type="dt" sz="half" idx="10"/>
          </p:nvPr>
        </p:nvSpPr>
        <p:spPr/>
        <p:txBody>
          <a:bodyPr/>
          <a:lstStyle/>
          <a:p>
            <a:fld id="{4212A532-6B12-6643-A678-AA9055583282}" type="datetimeFigureOut">
              <a:rPr lang="en-US" smtClean="0"/>
              <a:t>10/12/26</a:t>
            </a:fld>
            <a:endParaRPr lang="en-US"/>
          </a:p>
        </p:txBody>
      </p:sp>
      <p:sp>
        <p:nvSpPr>
          <p:cNvPr id="7" name="Slide Number Placeholder 6">
            <a:extLst>
              <a:ext uri="{FF2B5EF4-FFF2-40B4-BE49-F238E27FC236}">
                <a16:creationId xmlns:a16="http://schemas.microsoft.com/office/drawing/2014/main" id="{A5F248A4-BDD0-8952-BE7A-9B8B01CA4950}"/>
              </a:ext>
            </a:extLst>
          </p:cNvPr>
          <p:cNvSpPr>
            <a:spLocks noGrp="1"/>
          </p:cNvSpPr>
          <p:nvPr>
            <p:ph type="sldNum" sz="quarter" idx="12"/>
          </p:nvPr>
        </p:nvSpPr>
        <p:spPr/>
        <p:txBody>
          <a:bodyPr/>
          <a:lstStyle/>
          <a:p>
            <a:fld id="{CB4E8982-E842-9341-802E-E65954F72860}" type="slidenum">
              <a:rPr lang="en-US" smtClean="0"/>
              <a:t>‹#›</a:t>
            </a:fld>
            <a:endParaRPr lang="en-US"/>
          </a:p>
        </p:txBody>
      </p:sp>
    </p:spTree>
    <p:extLst>
      <p:ext uri="{BB962C8B-B14F-4D97-AF65-F5344CB8AC3E}">
        <p14:creationId xmlns:p14="http://schemas.microsoft.com/office/powerpoint/2010/main" val="1917667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77A4-7845-071B-490F-1E9AA7A835E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81BB92F-C08B-A898-CC7E-065E3FCCA5D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E7C842C-B32B-DF08-ECA1-9A5E13FECB64}"/>
              </a:ext>
            </a:extLst>
          </p:cNvPr>
          <p:cNvSpPr>
            <a:spLocks noGrp="1"/>
          </p:cNvSpPr>
          <p:nvPr>
            <p:ph type="dt" sz="half" idx="10"/>
          </p:nvPr>
        </p:nvSpPr>
        <p:spPr/>
        <p:txBody>
          <a:bodyPr/>
          <a:lstStyle/>
          <a:p>
            <a:fld id="{4212A532-6B12-6643-A678-AA9055583282}" type="datetimeFigureOut">
              <a:rPr lang="en-US" smtClean="0"/>
              <a:t>10/12/26</a:t>
            </a:fld>
            <a:endParaRPr lang="en-US"/>
          </a:p>
        </p:txBody>
      </p:sp>
      <p:sp>
        <p:nvSpPr>
          <p:cNvPr id="6" name="Slide Number Placeholder 5">
            <a:extLst>
              <a:ext uri="{FF2B5EF4-FFF2-40B4-BE49-F238E27FC236}">
                <a16:creationId xmlns:a16="http://schemas.microsoft.com/office/drawing/2014/main" id="{6FDA06A7-3183-A94E-4E47-0D94B1E56FDB}"/>
              </a:ext>
            </a:extLst>
          </p:cNvPr>
          <p:cNvSpPr>
            <a:spLocks noGrp="1"/>
          </p:cNvSpPr>
          <p:nvPr>
            <p:ph type="sldNum" sz="quarter" idx="12"/>
          </p:nvPr>
        </p:nvSpPr>
        <p:spPr/>
        <p:txBody>
          <a:bodyPr/>
          <a:lstStyle/>
          <a:p>
            <a:fld id="{CB4E8982-E842-9341-802E-E65954F72860}" type="slidenum">
              <a:rPr lang="en-US" smtClean="0"/>
              <a:t>‹#›</a:t>
            </a:fld>
            <a:endParaRPr lang="en-US"/>
          </a:p>
        </p:txBody>
      </p:sp>
    </p:spTree>
    <p:extLst>
      <p:ext uri="{BB962C8B-B14F-4D97-AF65-F5344CB8AC3E}">
        <p14:creationId xmlns:p14="http://schemas.microsoft.com/office/powerpoint/2010/main" val="21515153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B881F3-FD36-6EBE-A101-254032B80D9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3CF3DB0-9D04-6772-1394-E7A89C3D799E}"/>
              </a:ext>
            </a:extLst>
          </p:cNvPr>
          <p:cNvSpPr>
            <a:spLocks noGrp="1"/>
          </p:cNvSpPr>
          <p:nvPr>
            <p:ph type="body" orient="vert" idx="1"/>
          </p:nvPr>
        </p:nvSpPr>
        <p:spPr>
          <a:xfrm>
            <a:off x="838200" y="569625"/>
            <a:ext cx="7734300" cy="560733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FF3F254-24DF-EBBF-53D4-8103CE443EE0}"/>
              </a:ext>
            </a:extLst>
          </p:cNvPr>
          <p:cNvSpPr>
            <a:spLocks noGrp="1"/>
          </p:cNvSpPr>
          <p:nvPr>
            <p:ph type="dt" sz="half" idx="10"/>
          </p:nvPr>
        </p:nvSpPr>
        <p:spPr/>
        <p:txBody>
          <a:bodyPr/>
          <a:lstStyle/>
          <a:p>
            <a:fld id="{4212A532-6B12-6643-A678-AA9055583282}" type="datetimeFigureOut">
              <a:rPr lang="en-US" smtClean="0"/>
              <a:t>10/12/26</a:t>
            </a:fld>
            <a:endParaRPr lang="en-US"/>
          </a:p>
        </p:txBody>
      </p:sp>
      <p:sp>
        <p:nvSpPr>
          <p:cNvPr id="6" name="Slide Number Placeholder 5">
            <a:extLst>
              <a:ext uri="{FF2B5EF4-FFF2-40B4-BE49-F238E27FC236}">
                <a16:creationId xmlns:a16="http://schemas.microsoft.com/office/drawing/2014/main" id="{D3B75625-B6D4-D079-25F3-1C13DE3C2DFB}"/>
              </a:ext>
            </a:extLst>
          </p:cNvPr>
          <p:cNvSpPr>
            <a:spLocks noGrp="1"/>
          </p:cNvSpPr>
          <p:nvPr>
            <p:ph type="sldNum" sz="quarter" idx="12"/>
          </p:nvPr>
        </p:nvSpPr>
        <p:spPr/>
        <p:txBody>
          <a:bodyPr/>
          <a:lstStyle/>
          <a:p>
            <a:fld id="{CB4E8982-E842-9341-802E-E65954F72860}" type="slidenum">
              <a:rPr lang="en-US" smtClean="0"/>
              <a:t>‹#›</a:t>
            </a:fld>
            <a:endParaRPr lang="en-US"/>
          </a:p>
        </p:txBody>
      </p:sp>
    </p:spTree>
    <p:extLst>
      <p:ext uri="{BB962C8B-B14F-4D97-AF65-F5344CB8AC3E}">
        <p14:creationId xmlns:p14="http://schemas.microsoft.com/office/powerpoint/2010/main" val="3160910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2915F-EDC9-7245-11D3-62D63CBEA36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2F7A7FB-630D-46F8-8D3C-ACAF82EC4616}"/>
              </a:ext>
            </a:extLst>
          </p:cNvPr>
          <p:cNvSpPr>
            <a:spLocks noGrp="1"/>
          </p:cNvSpPr>
          <p:nvPr>
            <p:ph type="dt" sz="half" idx="10"/>
          </p:nvPr>
        </p:nvSpPr>
        <p:spPr/>
        <p:txBody>
          <a:bodyPr/>
          <a:lstStyle/>
          <a:p>
            <a:fld id="{4212A532-6B12-6643-A678-AA9055583282}" type="datetimeFigureOut">
              <a:rPr lang="en-US" smtClean="0"/>
              <a:t>10/12/26</a:t>
            </a:fld>
            <a:endParaRPr lang="en-US"/>
          </a:p>
        </p:txBody>
      </p:sp>
      <p:sp>
        <p:nvSpPr>
          <p:cNvPr id="5" name="Slide Number Placeholder 4">
            <a:extLst>
              <a:ext uri="{FF2B5EF4-FFF2-40B4-BE49-F238E27FC236}">
                <a16:creationId xmlns:a16="http://schemas.microsoft.com/office/drawing/2014/main" id="{62C7F98E-3B12-AD32-9EB3-481E6D660DE0}"/>
              </a:ext>
            </a:extLst>
          </p:cNvPr>
          <p:cNvSpPr>
            <a:spLocks noGrp="1"/>
          </p:cNvSpPr>
          <p:nvPr>
            <p:ph type="sldNum" sz="quarter" idx="12"/>
          </p:nvPr>
        </p:nvSpPr>
        <p:spPr/>
        <p:txBody>
          <a:bodyPr/>
          <a:lstStyle/>
          <a:p>
            <a:fld id="{CB4E8982-E842-9341-802E-E65954F72860}" type="slidenum">
              <a:rPr lang="en-US" smtClean="0"/>
              <a:t>‹#›</a:t>
            </a:fld>
            <a:endParaRPr lang="en-US"/>
          </a:p>
        </p:txBody>
      </p:sp>
    </p:spTree>
    <p:extLst>
      <p:ext uri="{BB962C8B-B14F-4D97-AF65-F5344CB8AC3E}">
        <p14:creationId xmlns:p14="http://schemas.microsoft.com/office/powerpoint/2010/main" val="458831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544E911-FEB0-B823-7E15-AAEAAE19A961}"/>
              </a:ext>
            </a:extLst>
          </p:cNvPr>
          <p:cNvPicPr>
            <a:picLocks noChangeAspect="1"/>
          </p:cNvPicPr>
          <p:nvPr userDrawn="1"/>
        </p:nvPicPr>
        <p:blipFill rotWithShape="1">
          <a:blip r:embed="rId19">
            <a:extLst>
              <a:ext uri="{28A0092B-C50C-407E-A947-70E740481C1C}">
                <a14:useLocalDpi xmlns:a14="http://schemas.microsoft.com/office/drawing/2010/main" val="0"/>
              </a:ext>
            </a:extLst>
          </a:blip>
          <a:srcRect l="285" r="4203" b="62318"/>
          <a:stretch/>
        </p:blipFill>
        <p:spPr>
          <a:xfrm>
            <a:off x="0" y="6408581"/>
            <a:ext cx="12196548" cy="460708"/>
          </a:xfrm>
          <a:prstGeom prst="rect">
            <a:avLst/>
          </a:prstGeom>
        </p:spPr>
      </p:pic>
      <p:sp>
        <p:nvSpPr>
          <p:cNvPr id="2" name="Title Placeholder 1">
            <a:extLst>
              <a:ext uri="{FF2B5EF4-FFF2-40B4-BE49-F238E27FC236}">
                <a16:creationId xmlns:a16="http://schemas.microsoft.com/office/drawing/2014/main" id="{72724B07-20CA-64FA-C60E-E6F31C66AB85}"/>
              </a:ext>
            </a:extLst>
          </p:cNvPr>
          <p:cNvSpPr>
            <a:spLocks noGrp="1"/>
          </p:cNvSpPr>
          <p:nvPr>
            <p:ph type="title"/>
          </p:nvPr>
        </p:nvSpPr>
        <p:spPr>
          <a:xfrm>
            <a:off x="838200" y="747176"/>
            <a:ext cx="10515600" cy="943512"/>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BC53E9EC-4331-A939-4E7D-22EFE355B0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BDA593A3-6B8A-9791-4962-AD1F10B6B046}"/>
              </a:ext>
            </a:extLst>
          </p:cNvPr>
          <p:cNvSpPr>
            <a:spLocks noGrp="1"/>
          </p:cNvSpPr>
          <p:nvPr>
            <p:ph type="dt" sz="half" idx="2"/>
          </p:nvPr>
        </p:nvSpPr>
        <p:spPr>
          <a:xfrm>
            <a:off x="838200" y="6307136"/>
            <a:ext cx="2743200" cy="365125"/>
          </a:xfrm>
          <a:prstGeom prst="rect">
            <a:avLst/>
          </a:prstGeom>
        </p:spPr>
        <p:txBody>
          <a:bodyPr vert="horz" lIns="91440" tIns="45720" rIns="91440" bIns="45720" rtlCol="0" anchor="ctr"/>
          <a:lstStyle>
            <a:lvl1pPr algn="l">
              <a:defRPr sz="1200">
                <a:solidFill>
                  <a:schemeClr val="tx1">
                    <a:tint val="82000"/>
                  </a:schemeClr>
                </a:solidFill>
                <a:latin typeface="Helmholtz Halvar Mittel Rg" pitchFamily="2" charset="0"/>
              </a:defRPr>
            </a:lvl1pPr>
          </a:lstStyle>
          <a:p>
            <a:fld id="{4212A532-6B12-6643-A678-AA9055583282}" type="datetimeFigureOut">
              <a:rPr lang="en-US" smtClean="0"/>
              <a:pPr/>
              <a:t>10/12/26</a:t>
            </a:fld>
            <a:endParaRPr lang="en-US"/>
          </a:p>
        </p:txBody>
      </p:sp>
      <p:sp>
        <p:nvSpPr>
          <p:cNvPr id="6" name="Slide Number Placeholder 5">
            <a:extLst>
              <a:ext uri="{FF2B5EF4-FFF2-40B4-BE49-F238E27FC236}">
                <a16:creationId xmlns:a16="http://schemas.microsoft.com/office/drawing/2014/main" id="{2132A029-D936-E102-4E76-BE42B08096CF}"/>
              </a:ext>
            </a:extLst>
          </p:cNvPr>
          <p:cNvSpPr>
            <a:spLocks noGrp="1"/>
          </p:cNvSpPr>
          <p:nvPr>
            <p:ph type="sldNum" sz="quarter" idx="4"/>
          </p:nvPr>
        </p:nvSpPr>
        <p:spPr>
          <a:xfrm>
            <a:off x="9135256" y="247114"/>
            <a:ext cx="2743200" cy="365125"/>
          </a:xfrm>
          <a:prstGeom prst="rect">
            <a:avLst/>
          </a:prstGeom>
        </p:spPr>
        <p:txBody>
          <a:bodyPr vert="horz" lIns="91440" tIns="45720" rIns="91440" bIns="45720" rtlCol="0" anchor="ctr"/>
          <a:lstStyle>
            <a:lvl1pPr algn="r">
              <a:defRPr sz="1200">
                <a:solidFill>
                  <a:schemeClr val="tx1">
                    <a:tint val="82000"/>
                  </a:schemeClr>
                </a:solidFill>
                <a:latin typeface="Helmholtz Halvar Mittel Rg" pitchFamily="2" charset="0"/>
              </a:defRPr>
            </a:lvl1pPr>
          </a:lstStyle>
          <a:p>
            <a:fld id="{CB4E8982-E842-9341-802E-E65954F72860}" type="slidenum">
              <a:rPr lang="en-US" smtClean="0"/>
              <a:pPr/>
              <a:t>‹#›</a:t>
            </a:fld>
            <a:endParaRPr lang="en-US"/>
          </a:p>
        </p:txBody>
      </p:sp>
      <p:pic>
        <p:nvPicPr>
          <p:cNvPr id="13" name="Picture 12" descr="Blue and black text on a black background&#10;&#10;Description automatically generated">
            <a:extLst>
              <a:ext uri="{FF2B5EF4-FFF2-40B4-BE49-F238E27FC236}">
                <a16:creationId xmlns:a16="http://schemas.microsoft.com/office/drawing/2014/main" id="{EE0C1136-17D8-E4FA-4CD8-68572230EB8B}"/>
              </a:ext>
            </a:extLst>
          </p:cNvPr>
          <p:cNvPicPr>
            <a:picLocks noChangeAspect="1"/>
          </p:cNvPicPr>
          <p:nvPr userDrawn="1"/>
        </p:nvPicPr>
        <p:blipFill>
          <a:blip r:embed="rId20"/>
          <a:stretch>
            <a:fillRect/>
          </a:stretch>
        </p:blipFill>
        <p:spPr>
          <a:xfrm>
            <a:off x="126689" y="185739"/>
            <a:ext cx="2196786" cy="382050"/>
          </a:xfrm>
          <a:prstGeom prst="rect">
            <a:avLst/>
          </a:prstGeom>
        </p:spPr>
      </p:pic>
    </p:spTree>
    <p:extLst>
      <p:ext uri="{BB962C8B-B14F-4D97-AF65-F5344CB8AC3E}">
        <p14:creationId xmlns:p14="http://schemas.microsoft.com/office/powerpoint/2010/main" val="1185927634"/>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50" r:id="rId3"/>
    <p:sldLayoutId id="2147483664" r:id="rId4"/>
    <p:sldLayoutId id="2147483663" r:id="rId5"/>
    <p:sldLayoutId id="2147483661" r:id="rId6"/>
    <p:sldLayoutId id="2147483651" r:id="rId7"/>
    <p:sldLayoutId id="2147483652" r:id="rId8"/>
    <p:sldLayoutId id="2147483653" r:id="rId9"/>
    <p:sldLayoutId id="2147483665" r:id="rId10"/>
    <p:sldLayoutId id="2147483654" r:id="rId11"/>
    <p:sldLayoutId id="2147483655" r:id="rId12"/>
    <p:sldLayoutId id="2147483656" r:id="rId13"/>
    <p:sldLayoutId id="2147483657" r:id="rId14"/>
    <p:sldLayoutId id="2147483658" r:id="rId15"/>
    <p:sldLayoutId id="2147483659" r:id="rId16"/>
    <p:sldLayoutId id="2147483660" r:id="rId17"/>
  </p:sldLayoutIdLst>
  <p:txStyles>
    <p:titleStyle>
      <a:lvl1pPr algn="l" defTabSz="914400" rtl="0" eaLnBrk="1" latinLnBrk="0" hangingPunct="1">
        <a:lnSpc>
          <a:spcPct val="90000"/>
        </a:lnSpc>
        <a:spcBef>
          <a:spcPct val="0"/>
        </a:spcBef>
        <a:buNone/>
        <a:defRPr sz="4400" kern="1200">
          <a:solidFill>
            <a:schemeClr val="tx1"/>
          </a:solidFill>
          <a:latin typeface="Hermann Bold"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mholtz Halvar Mittel Rg"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solidFill>
          <a:latin typeface="Helmholtz Halvar Mittel Rg"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mholtz Halvar Mittel Rg"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mholtz Halvar Mittel Rg"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mholtz Halvar Mittel Rg"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jpeg"/><Relationship Id="rId7" Type="http://schemas.openxmlformats.org/officeDocument/2006/relationships/hyperlink" Target="https://voucher-system.helmholtz.ai/" TargetMode="External"/><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5_8546D568.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HelmholtzAI-Consultants-Munich/agentic-coding-hands-on" TargetMode="External"/><Relationship Id="rId2" Type="http://schemas.openxmlformats.org/officeDocument/2006/relationships/hyperlink" Target="https://github.com/Helmholtz-AI-Matter/coding-assistants" TargetMode="External"/><Relationship Id="rId1" Type="http://schemas.openxmlformats.org/officeDocument/2006/relationships/slideLayout" Target="../slideLayouts/slideLayout3.xml"/><Relationship Id="rId4" Type="http://schemas.openxmlformats.org/officeDocument/2006/relationships/hyperlink" Target="https://notes.desy.de/OZCosgehTVeEJWbqQ3quwg?vie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CEF5-04F8-B101-0C3F-330C448C0DE3}"/>
              </a:ext>
            </a:extLst>
          </p:cNvPr>
          <p:cNvSpPr>
            <a:spLocks noGrp="1"/>
          </p:cNvSpPr>
          <p:nvPr>
            <p:ph type="ctrTitle"/>
          </p:nvPr>
        </p:nvSpPr>
        <p:spPr/>
        <p:txBody>
          <a:bodyPr>
            <a:normAutofit fontScale="90000"/>
          </a:bodyPr>
          <a:lstStyle/>
          <a:p>
            <a:r>
              <a:rPr lang="en-US" dirty="0"/>
              <a:t>Agentic coding</a:t>
            </a:r>
          </a:p>
        </p:txBody>
      </p:sp>
      <p:sp>
        <p:nvSpPr>
          <p:cNvPr id="3" name="Subtitle 2">
            <a:extLst>
              <a:ext uri="{FF2B5EF4-FFF2-40B4-BE49-F238E27FC236}">
                <a16:creationId xmlns:a16="http://schemas.microsoft.com/office/drawing/2014/main" id="{31A9F04D-79D8-EE39-4CDB-ADC8AD05A219}"/>
              </a:ext>
            </a:extLst>
          </p:cNvPr>
          <p:cNvSpPr>
            <a:spLocks noGrp="1"/>
          </p:cNvSpPr>
          <p:nvPr>
            <p:ph type="subTitle" idx="1"/>
          </p:nvPr>
        </p:nvSpPr>
        <p:spPr/>
        <p:txBody>
          <a:bodyPr/>
          <a:lstStyle/>
          <a:p>
            <a:r>
              <a:rPr lang="en-US" dirty="0"/>
              <a:t>Or rather everything BUT the coding</a:t>
            </a:r>
          </a:p>
        </p:txBody>
      </p:sp>
    </p:spTree>
    <p:extLst>
      <p:ext uri="{BB962C8B-B14F-4D97-AF65-F5344CB8AC3E}">
        <p14:creationId xmlns:p14="http://schemas.microsoft.com/office/powerpoint/2010/main" val="2012833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B79EC0-08D3-9F45-6CCB-993970605ABD}"/>
              </a:ext>
            </a:extLst>
          </p:cNvPr>
          <p:cNvPicPr>
            <a:picLocks noChangeAspect="1"/>
          </p:cNvPicPr>
          <p:nvPr/>
        </p:nvPicPr>
        <p:blipFill>
          <a:blip r:embed="rId2"/>
          <a:stretch>
            <a:fillRect/>
          </a:stretch>
        </p:blipFill>
        <p:spPr>
          <a:xfrm>
            <a:off x="8280236" y="5383895"/>
            <a:ext cx="785715" cy="785715"/>
          </a:xfrm>
          <a:prstGeom prst="rect">
            <a:avLst/>
          </a:prstGeom>
        </p:spPr>
      </p:pic>
      <p:sp>
        <p:nvSpPr>
          <p:cNvPr id="2" name="Title 1">
            <a:extLst>
              <a:ext uri="{FF2B5EF4-FFF2-40B4-BE49-F238E27FC236}">
                <a16:creationId xmlns:a16="http://schemas.microsoft.com/office/drawing/2014/main" id="{06687677-7164-AE02-4751-61CA433808C8}"/>
              </a:ext>
            </a:extLst>
          </p:cNvPr>
          <p:cNvSpPr>
            <a:spLocks noGrp="1"/>
          </p:cNvSpPr>
          <p:nvPr>
            <p:ph type="title"/>
          </p:nvPr>
        </p:nvSpPr>
        <p:spPr/>
        <p:txBody>
          <a:bodyPr/>
          <a:lstStyle/>
          <a:p>
            <a:r>
              <a:rPr lang="en-US" dirty="0"/>
              <a:t>Who are we?</a:t>
            </a:r>
          </a:p>
        </p:txBody>
      </p:sp>
      <p:pic>
        <p:nvPicPr>
          <p:cNvPr id="21" name="Picture 20" descr="A person with long curly hair&#10;&#10;AI-generated content may be incorrect.">
            <a:extLst>
              <a:ext uri="{FF2B5EF4-FFF2-40B4-BE49-F238E27FC236}">
                <a16:creationId xmlns:a16="http://schemas.microsoft.com/office/drawing/2014/main" id="{61F22FE1-4A2B-FE20-E43B-C15535559E6F}"/>
              </a:ext>
            </a:extLst>
          </p:cNvPr>
          <p:cNvPicPr>
            <a:picLocks noChangeAspect="1"/>
          </p:cNvPicPr>
          <p:nvPr/>
        </p:nvPicPr>
        <p:blipFill>
          <a:blip r:embed="rId3"/>
          <a:srcRect t="8975" r="8993" b="12146"/>
          <a:stretch>
            <a:fillRect/>
          </a:stretch>
        </p:blipFill>
        <p:spPr>
          <a:xfrm>
            <a:off x="10983136" y="5358896"/>
            <a:ext cx="854425" cy="858116"/>
          </a:xfrm>
          <a:prstGeom prst="rect">
            <a:avLst/>
          </a:prstGeom>
        </p:spPr>
      </p:pic>
      <p:sp>
        <p:nvSpPr>
          <p:cNvPr id="22" name="Content Placeholder 2">
            <a:extLst>
              <a:ext uri="{FF2B5EF4-FFF2-40B4-BE49-F238E27FC236}">
                <a16:creationId xmlns:a16="http://schemas.microsoft.com/office/drawing/2014/main" id="{C90321B1-BFE7-F908-BD7F-48EECBBF107D}"/>
              </a:ext>
            </a:extLst>
          </p:cNvPr>
          <p:cNvSpPr>
            <a:spLocks noGrp="1"/>
          </p:cNvSpPr>
          <p:nvPr>
            <p:ph idx="1"/>
          </p:nvPr>
        </p:nvSpPr>
        <p:spPr>
          <a:xfrm>
            <a:off x="838200" y="1803697"/>
            <a:ext cx="5247640" cy="4351338"/>
          </a:xfrm>
        </p:spPr>
        <p:txBody>
          <a:bodyPr vert="horz" lIns="91440" tIns="45720" rIns="91440" bIns="45720" rtlCol="0" anchor="t">
            <a:normAutofit fontScale="92500" lnSpcReduction="10000"/>
          </a:bodyPr>
          <a:lstStyle/>
          <a:p>
            <a:pPr marL="0" indent="0">
              <a:buNone/>
            </a:pPr>
            <a:r>
              <a:rPr lang="en-GB" dirty="0">
                <a:solidFill>
                  <a:schemeClr val="accent3"/>
                </a:solidFill>
                <a:latin typeface="Helmholtz Halvar Mittel Rg"/>
              </a:rPr>
              <a:t>What is our mission?</a:t>
            </a:r>
            <a:endParaRPr lang="en-US" dirty="0">
              <a:solidFill>
                <a:schemeClr val="accent3"/>
              </a:solidFill>
            </a:endParaRPr>
          </a:p>
          <a:p>
            <a:pPr marL="0" indent="0">
              <a:buNone/>
            </a:pPr>
            <a:r>
              <a:rPr lang="en-GB" dirty="0">
                <a:solidFill>
                  <a:schemeClr val="accent5">
                    <a:lumMod val="49000"/>
                  </a:schemeClr>
                </a:solidFill>
                <a:latin typeface="Helmholtz Halvar Mittel Rg"/>
              </a:rPr>
              <a:t>Maximise research impact by democratizing access to AI</a:t>
            </a:r>
          </a:p>
          <a:p>
            <a:pPr marL="0" indent="0">
              <a:buNone/>
            </a:pPr>
            <a:endParaRPr lang="en-GB" dirty="0">
              <a:latin typeface="Helmholtz Halvar Mittel Rg"/>
            </a:endParaRPr>
          </a:p>
          <a:p>
            <a:pPr marL="0" indent="0">
              <a:buNone/>
            </a:pPr>
            <a:r>
              <a:rPr lang="en-GB" dirty="0">
                <a:solidFill>
                  <a:schemeClr val="accent3"/>
                </a:solidFill>
                <a:latin typeface="Helmholtz Halvar Mittel Rg"/>
              </a:rPr>
              <a:t>How do we do it?</a:t>
            </a:r>
            <a:endParaRPr lang="en-GB" dirty="0">
              <a:solidFill>
                <a:schemeClr val="accent3"/>
              </a:solidFill>
            </a:endParaRPr>
          </a:p>
          <a:p>
            <a:pPr marL="457200" indent="-457200"/>
            <a:r>
              <a:rPr lang="en-GB" dirty="0">
                <a:solidFill>
                  <a:schemeClr val="accent5">
                    <a:lumMod val="49000"/>
                  </a:schemeClr>
                </a:solidFill>
                <a:latin typeface="Helmholtz Halvar Mittel Rg"/>
              </a:rPr>
              <a:t>Short- to mid-term scientific collaboration</a:t>
            </a:r>
          </a:p>
          <a:p>
            <a:pPr marL="457200" indent="-457200"/>
            <a:r>
              <a:rPr lang="en-GB" dirty="0">
                <a:solidFill>
                  <a:schemeClr val="accent5">
                    <a:lumMod val="49000"/>
                  </a:schemeClr>
                </a:solidFill>
                <a:latin typeface="Helmholtz Halvar Mittel Rg"/>
              </a:rPr>
              <a:t>Free of charge</a:t>
            </a:r>
          </a:p>
          <a:p>
            <a:pPr marL="457200" indent="-457200"/>
            <a:r>
              <a:rPr lang="en-GB" dirty="0">
                <a:solidFill>
                  <a:schemeClr val="accent5">
                    <a:lumMod val="49000"/>
                  </a:schemeClr>
                </a:solidFill>
                <a:latin typeface="Helmholtz Halvar Mittel Rg"/>
              </a:rPr>
              <a:t>Easy application</a:t>
            </a:r>
            <a:r>
              <a:rPr lang="en-GB" dirty="0">
                <a:solidFill>
                  <a:schemeClr val="accent5">
                    <a:lumMod val="49000"/>
                  </a:schemeClr>
                </a:solidFill>
                <a:latin typeface="Helmholtz Halvar Mittel Rg"/>
                <a:cs typeface="Segoe UI"/>
              </a:rPr>
              <a:t> </a:t>
            </a:r>
            <a:endParaRPr lang="en-GB" dirty="0">
              <a:solidFill>
                <a:schemeClr val="accent5">
                  <a:lumMod val="49000"/>
                </a:schemeClr>
              </a:solidFill>
              <a:latin typeface="Helmholtz Halvar Mittel Rg"/>
            </a:endParaRPr>
          </a:p>
          <a:p>
            <a:pPr marL="0" indent="0">
              <a:buNone/>
            </a:pPr>
            <a:r>
              <a:rPr lang="en-GB" dirty="0">
                <a:latin typeface="Helmholtz Halvar Mittel Rg"/>
              </a:rPr>
              <a:t> </a:t>
            </a:r>
            <a:endParaRPr lang="en-GB" dirty="0"/>
          </a:p>
        </p:txBody>
      </p:sp>
      <p:pic>
        <p:nvPicPr>
          <p:cNvPr id="23" name="Picture 22" descr="A map of germany with blue dots and white text&#10;&#10;AI-generated content may be incorrect.">
            <a:extLst>
              <a:ext uri="{FF2B5EF4-FFF2-40B4-BE49-F238E27FC236}">
                <a16:creationId xmlns:a16="http://schemas.microsoft.com/office/drawing/2014/main" id="{576136C3-C6FE-5F85-218E-C56F8A1F3AFB}"/>
              </a:ext>
            </a:extLst>
          </p:cNvPr>
          <p:cNvPicPr>
            <a:picLocks noChangeAspect="1"/>
          </p:cNvPicPr>
          <p:nvPr/>
        </p:nvPicPr>
        <p:blipFill>
          <a:blip r:embed="rId4"/>
          <a:srcRect b="2291"/>
          <a:stretch>
            <a:fillRect/>
          </a:stretch>
        </p:blipFill>
        <p:spPr>
          <a:xfrm>
            <a:off x="7214832" y="847563"/>
            <a:ext cx="3949378" cy="4248854"/>
          </a:xfrm>
          <a:prstGeom prst="rect">
            <a:avLst/>
          </a:prstGeom>
        </p:spPr>
      </p:pic>
      <p:sp>
        <p:nvSpPr>
          <p:cNvPr id="24" name="Rectangle 23">
            <a:extLst>
              <a:ext uri="{FF2B5EF4-FFF2-40B4-BE49-F238E27FC236}">
                <a16:creationId xmlns:a16="http://schemas.microsoft.com/office/drawing/2014/main" id="{8E125131-7BF7-972B-5E5A-3B0FC97BAA92}"/>
              </a:ext>
            </a:extLst>
          </p:cNvPr>
          <p:cNvSpPr/>
          <p:nvPr/>
        </p:nvSpPr>
        <p:spPr>
          <a:xfrm>
            <a:off x="8243838" y="6149304"/>
            <a:ext cx="852922" cy="320386"/>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800" b="1" dirty="0">
                <a:solidFill>
                  <a:srgbClr val="FEFFFF"/>
                </a:solidFill>
              </a:rPr>
              <a:t>Till </a:t>
            </a:r>
            <a:br>
              <a:rPr lang="en-GB" sz="800" b="1" dirty="0">
                <a:solidFill>
                  <a:srgbClr val="FEFFFF"/>
                </a:solidFill>
              </a:rPr>
            </a:br>
            <a:r>
              <a:rPr lang="en-GB" sz="800" b="1" dirty="0">
                <a:solidFill>
                  <a:srgbClr val="FEFFFF"/>
                </a:solidFill>
              </a:rPr>
              <a:t>Korten</a:t>
            </a:r>
            <a:endParaRPr lang="en-US" sz="800" b="1" dirty="0">
              <a:solidFill>
                <a:srgbClr val="FEFFFF"/>
              </a:solidFill>
            </a:endParaRPr>
          </a:p>
        </p:txBody>
      </p:sp>
      <p:grpSp>
        <p:nvGrpSpPr>
          <p:cNvPr id="25" name="Group 24">
            <a:extLst>
              <a:ext uri="{FF2B5EF4-FFF2-40B4-BE49-F238E27FC236}">
                <a16:creationId xmlns:a16="http://schemas.microsoft.com/office/drawing/2014/main" id="{FE5C07E8-3259-A825-3E0D-CD720450553E}"/>
              </a:ext>
            </a:extLst>
          </p:cNvPr>
          <p:cNvGrpSpPr/>
          <p:nvPr/>
        </p:nvGrpSpPr>
        <p:grpSpPr>
          <a:xfrm>
            <a:off x="9141483" y="5401760"/>
            <a:ext cx="854552" cy="1067145"/>
            <a:chOff x="8476272" y="5411325"/>
            <a:chExt cx="854552" cy="1067145"/>
          </a:xfrm>
        </p:grpSpPr>
        <p:pic>
          <p:nvPicPr>
            <p:cNvPr id="26" name="Picture 25" descr="A person smiling at the camera&#10;&#10;AI-generated content may be incorrect.">
              <a:extLst>
                <a:ext uri="{FF2B5EF4-FFF2-40B4-BE49-F238E27FC236}">
                  <a16:creationId xmlns:a16="http://schemas.microsoft.com/office/drawing/2014/main" id="{8821C1AD-3E10-39B2-5275-693403EDB58E}"/>
                </a:ext>
              </a:extLst>
            </p:cNvPr>
            <p:cNvPicPr>
              <a:picLocks noChangeAspect="1"/>
            </p:cNvPicPr>
            <p:nvPr/>
          </p:nvPicPr>
          <p:blipFill>
            <a:blip r:embed="rId5"/>
            <a:srcRect l="4477" t="2894" r="5505" b="5382"/>
            <a:stretch>
              <a:fillRect/>
            </a:stretch>
          </p:blipFill>
          <p:spPr>
            <a:xfrm>
              <a:off x="8476272" y="5411325"/>
              <a:ext cx="853271" cy="758245"/>
            </a:xfrm>
            <a:prstGeom prst="rect">
              <a:avLst/>
            </a:prstGeom>
          </p:spPr>
        </p:pic>
        <p:sp>
          <p:nvSpPr>
            <p:cNvPr id="27" name="Rectangle 26">
              <a:extLst>
                <a:ext uri="{FF2B5EF4-FFF2-40B4-BE49-F238E27FC236}">
                  <a16:creationId xmlns:a16="http://schemas.microsoft.com/office/drawing/2014/main" id="{2EBE9F3E-60C5-A9BD-C83E-F89CF718C24B}"/>
                </a:ext>
              </a:extLst>
            </p:cNvPr>
            <p:cNvSpPr/>
            <p:nvPr/>
          </p:nvSpPr>
          <p:spPr>
            <a:xfrm>
              <a:off x="8477902" y="6158084"/>
              <a:ext cx="852922" cy="320386"/>
            </a:xfrm>
            <a:prstGeom prst="rect">
              <a:avLst/>
            </a:prstGeom>
          </p:spPr>
          <p:style>
            <a:lnRef idx="0">
              <a:schemeClr val="accent3"/>
            </a:lnRef>
            <a:fillRef idx="3">
              <a:schemeClr val="accent3"/>
            </a:fillRef>
            <a:effectRef idx="3">
              <a:schemeClr val="accent3"/>
            </a:effectRef>
            <a:fontRef idx="minor">
              <a:schemeClr val="lt1"/>
            </a:fontRef>
          </p:style>
          <p:txBody>
            <a:bodyPr lIns="91440" tIns="45720" rIns="91440" bIns="45720" rtlCol="0" anchor="ctr"/>
            <a:lstStyle/>
            <a:p>
              <a:pPr algn="ctr"/>
              <a:r>
                <a:rPr lang="en-GB" sz="800" b="1">
                  <a:solidFill>
                    <a:srgbClr val="FEFFFF"/>
                  </a:solidFill>
                </a:rPr>
                <a:t>Donatella</a:t>
              </a:r>
              <a:endParaRPr lang="en-US" sz="800" b="1">
                <a:solidFill>
                  <a:srgbClr val="FEFFFF"/>
                </a:solidFill>
              </a:endParaRPr>
            </a:p>
            <a:p>
              <a:pPr algn="ctr"/>
              <a:r>
                <a:rPr lang="en-GB" sz="800" b="1">
                  <a:solidFill>
                    <a:srgbClr val="FEFFFF"/>
                  </a:solidFill>
                </a:rPr>
                <a:t> Cea</a:t>
              </a:r>
              <a:endParaRPr lang="en-US" sz="800" b="1"/>
            </a:p>
          </p:txBody>
        </p:sp>
      </p:grpSp>
      <p:grpSp>
        <p:nvGrpSpPr>
          <p:cNvPr id="28" name="Group 27">
            <a:extLst>
              <a:ext uri="{FF2B5EF4-FFF2-40B4-BE49-F238E27FC236}">
                <a16:creationId xmlns:a16="http://schemas.microsoft.com/office/drawing/2014/main" id="{96D502ED-1312-B031-5D43-7783BBDA18B6}"/>
              </a:ext>
            </a:extLst>
          </p:cNvPr>
          <p:cNvGrpSpPr/>
          <p:nvPr/>
        </p:nvGrpSpPr>
        <p:grpSpPr>
          <a:xfrm>
            <a:off x="10059919" y="5385130"/>
            <a:ext cx="854034" cy="1085091"/>
            <a:chOff x="9467390" y="5393379"/>
            <a:chExt cx="854034" cy="1085091"/>
          </a:xfrm>
        </p:grpSpPr>
        <p:pic>
          <p:nvPicPr>
            <p:cNvPr id="29" name="Picture 28" descr="A person in a red and black plaid shirt&#10;&#10;AI-generated content may be incorrect.">
              <a:extLst>
                <a:ext uri="{FF2B5EF4-FFF2-40B4-BE49-F238E27FC236}">
                  <a16:creationId xmlns:a16="http://schemas.microsoft.com/office/drawing/2014/main" id="{C4C95313-2B42-80CA-A5E7-8345E39C7FA1}"/>
                </a:ext>
              </a:extLst>
            </p:cNvPr>
            <p:cNvPicPr>
              <a:picLocks noChangeAspect="1"/>
            </p:cNvPicPr>
            <p:nvPr/>
          </p:nvPicPr>
          <p:blipFill>
            <a:blip r:embed="rId6"/>
            <a:srcRect l="7895" t="4249" r="15789" b="27708"/>
            <a:stretch>
              <a:fillRect/>
            </a:stretch>
          </p:blipFill>
          <p:spPr>
            <a:xfrm>
              <a:off x="9467390" y="5393379"/>
              <a:ext cx="851567" cy="771605"/>
            </a:xfrm>
            <a:prstGeom prst="rect">
              <a:avLst/>
            </a:prstGeom>
          </p:spPr>
        </p:pic>
        <p:sp>
          <p:nvSpPr>
            <p:cNvPr id="30" name="Rectangle 29">
              <a:extLst>
                <a:ext uri="{FF2B5EF4-FFF2-40B4-BE49-F238E27FC236}">
                  <a16:creationId xmlns:a16="http://schemas.microsoft.com/office/drawing/2014/main" id="{78B97E78-D491-4745-0543-DEA080DDBC52}"/>
                </a:ext>
              </a:extLst>
            </p:cNvPr>
            <p:cNvSpPr/>
            <p:nvPr/>
          </p:nvSpPr>
          <p:spPr>
            <a:xfrm>
              <a:off x="9468502" y="6158084"/>
              <a:ext cx="852922" cy="320386"/>
            </a:xfrm>
            <a:prstGeom prst="rect">
              <a:avLst/>
            </a:prstGeom>
          </p:spPr>
          <p:style>
            <a:lnRef idx="0">
              <a:schemeClr val="accent3"/>
            </a:lnRef>
            <a:fillRef idx="3">
              <a:schemeClr val="accent3"/>
            </a:fillRef>
            <a:effectRef idx="3">
              <a:schemeClr val="accent3"/>
            </a:effectRef>
            <a:fontRef idx="minor">
              <a:schemeClr val="lt1"/>
            </a:fontRef>
          </p:style>
          <p:txBody>
            <a:bodyPr lIns="91440" tIns="45720" rIns="91440" bIns="45720" rtlCol="0" anchor="ctr"/>
            <a:lstStyle/>
            <a:p>
              <a:pPr algn="ctr"/>
              <a:r>
                <a:rPr lang="en-GB" sz="800" b="1">
                  <a:solidFill>
                    <a:srgbClr val="FEFFFF"/>
                  </a:solidFill>
                </a:rPr>
                <a:t>Karol </a:t>
              </a:r>
              <a:r>
                <a:rPr lang="en-GB" sz="800" b="1" err="1">
                  <a:solidFill>
                    <a:srgbClr val="FEFFFF"/>
                  </a:solidFill>
                </a:rPr>
                <a:t>Szustakowski</a:t>
              </a:r>
              <a:endParaRPr lang="en-US" err="1"/>
            </a:p>
          </p:txBody>
        </p:sp>
      </p:grpSp>
      <p:sp>
        <p:nvSpPr>
          <p:cNvPr id="31" name="Rectangle 30">
            <a:extLst>
              <a:ext uri="{FF2B5EF4-FFF2-40B4-BE49-F238E27FC236}">
                <a16:creationId xmlns:a16="http://schemas.microsoft.com/office/drawing/2014/main" id="{DFCE734B-7964-95B1-6862-8B52D82BE823}"/>
              </a:ext>
            </a:extLst>
          </p:cNvPr>
          <p:cNvSpPr/>
          <p:nvPr/>
        </p:nvSpPr>
        <p:spPr>
          <a:xfrm>
            <a:off x="11004421" y="6139747"/>
            <a:ext cx="852922" cy="320386"/>
          </a:xfrm>
          <a:prstGeom prst="rect">
            <a:avLst/>
          </a:prstGeom>
        </p:spPr>
        <p:style>
          <a:lnRef idx="0">
            <a:schemeClr val="accent3"/>
          </a:lnRef>
          <a:fillRef idx="3">
            <a:schemeClr val="accent3"/>
          </a:fillRef>
          <a:effectRef idx="3">
            <a:schemeClr val="accent3"/>
          </a:effectRef>
          <a:fontRef idx="minor">
            <a:schemeClr val="lt1"/>
          </a:fontRef>
        </p:style>
        <p:txBody>
          <a:bodyPr lIns="91440" tIns="45720" rIns="91440" bIns="45720" rtlCol="0" anchor="ctr"/>
          <a:lstStyle/>
          <a:p>
            <a:pPr algn="ctr"/>
            <a:r>
              <a:rPr lang="en-GB" sz="800" b="1">
                <a:solidFill>
                  <a:srgbClr val="FEFFFF"/>
                </a:solidFill>
              </a:rPr>
              <a:t>Serena Sritharan</a:t>
            </a:r>
            <a:endParaRPr lang="en-US"/>
          </a:p>
        </p:txBody>
      </p:sp>
      <p:sp>
        <p:nvSpPr>
          <p:cNvPr id="32" name="Rectangle 31">
            <a:extLst>
              <a:ext uri="{FF2B5EF4-FFF2-40B4-BE49-F238E27FC236}">
                <a16:creationId xmlns:a16="http://schemas.microsoft.com/office/drawing/2014/main" id="{00A6AD53-4928-CCD3-41A0-05FC2DE0E911}"/>
              </a:ext>
            </a:extLst>
          </p:cNvPr>
          <p:cNvSpPr/>
          <p:nvPr/>
        </p:nvSpPr>
        <p:spPr>
          <a:xfrm>
            <a:off x="8232802" y="5365338"/>
            <a:ext cx="852715" cy="1088572"/>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0885E578-3B38-7474-828B-1EF22B7EDDF9}"/>
              </a:ext>
            </a:extLst>
          </p:cNvPr>
          <p:cNvSpPr/>
          <p:nvPr/>
        </p:nvSpPr>
        <p:spPr>
          <a:xfrm>
            <a:off x="10991929" y="5365338"/>
            <a:ext cx="852715" cy="1088572"/>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AEBA96D6-30FB-F163-2A03-23C591B69A22}"/>
              </a:ext>
            </a:extLst>
          </p:cNvPr>
          <p:cNvSpPr/>
          <p:nvPr/>
        </p:nvSpPr>
        <p:spPr>
          <a:xfrm>
            <a:off x="8133049" y="5304115"/>
            <a:ext cx="3817182" cy="1218894"/>
          </a:xfrm>
          <a:prstGeom prst="rect">
            <a:avLst/>
          </a:prstGeom>
          <a:noFill/>
          <a:ln w="28575">
            <a:solidFill>
              <a:srgbClr val="0027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D3CC7DC6-67E0-E5EC-42B2-BC2E8B04548F}"/>
              </a:ext>
            </a:extLst>
          </p:cNvPr>
          <p:cNvSpPr txBox="1"/>
          <p:nvPr/>
        </p:nvSpPr>
        <p:spPr>
          <a:xfrm>
            <a:off x="1310201" y="5569726"/>
            <a:ext cx="565963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Helmholtz Halvar Mittel Rg"/>
                <a:cs typeface="Segoe UI"/>
                <a:hlinkClick r:id="rId7"/>
              </a:rPr>
              <a:t>https://voucher-system.helmholtz.ai/</a:t>
            </a:r>
            <a:endParaRPr lang="en-GB" sz="2000">
              <a:solidFill>
                <a:srgbClr val="000000"/>
              </a:solidFill>
              <a:latin typeface="Helmholtz Halvar Mittel Rg"/>
              <a:ea typeface="+mn-lt"/>
              <a:cs typeface="+mn-lt"/>
            </a:endParaRPr>
          </a:p>
        </p:txBody>
      </p:sp>
      <p:pic>
        <p:nvPicPr>
          <p:cNvPr id="37" name="Picture 36">
            <a:extLst>
              <a:ext uri="{FF2B5EF4-FFF2-40B4-BE49-F238E27FC236}">
                <a16:creationId xmlns:a16="http://schemas.microsoft.com/office/drawing/2014/main" id="{6B077EF5-7632-92ED-706F-A453A941B2DA}"/>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5830530" y="4255318"/>
            <a:ext cx="2230869" cy="2220040"/>
          </a:xfrm>
          <a:prstGeom prst="rect">
            <a:avLst/>
          </a:prstGeom>
        </p:spPr>
      </p:pic>
      <p:sp>
        <p:nvSpPr>
          <p:cNvPr id="38" name="Rectangle 37">
            <a:extLst>
              <a:ext uri="{FF2B5EF4-FFF2-40B4-BE49-F238E27FC236}">
                <a16:creationId xmlns:a16="http://schemas.microsoft.com/office/drawing/2014/main" id="{82271D58-8D99-BB95-3F4D-8D28071C1136}"/>
              </a:ext>
            </a:extLst>
          </p:cNvPr>
          <p:cNvSpPr/>
          <p:nvPr/>
        </p:nvSpPr>
        <p:spPr>
          <a:xfrm>
            <a:off x="10047220" y="5375356"/>
            <a:ext cx="852715" cy="1088572"/>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64558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E292C-FDB1-3094-28BB-21D4442EA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40309-A6DD-C241-A2F1-A29C85A33BF7}"/>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B957B2A4-0174-3F3C-CBDF-C239A06EFC58}"/>
              </a:ext>
            </a:extLst>
          </p:cNvPr>
          <p:cNvSpPr>
            <a:spLocks noGrp="1"/>
          </p:cNvSpPr>
          <p:nvPr>
            <p:ph idx="1"/>
          </p:nvPr>
        </p:nvSpPr>
        <p:spPr/>
        <p:txBody>
          <a:bodyPr vert="horz" lIns="91440" tIns="45720" rIns="91440" bIns="45720" rtlCol="0" anchor="t">
            <a:normAutofit/>
          </a:bodyPr>
          <a:lstStyle/>
          <a:p>
            <a:r>
              <a:rPr lang="en-US" dirty="0"/>
              <a:t>Intro to agentic coding</a:t>
            </a:r>
          </a:p>
          <a:p>
            <a:r>
              <a:rPr lang="en-US" dirty="0">
                <a:latin typeface="Helmholtz Halvar Mittel Rg"/>
              </a:rPr>
              <a:t>Software engineering practices with Agentic coding</a:t>
            </a:r>
            <a:endParaRPr lang="en-US" dirty="0"/>
          </a:p>
          <a:p>
            <a:r>
              <a:rPr lang="en-US" dirty="0">
                <a:latin typeface="Helmholtz Halvar Mittel Rg"/>
              </a:rPr>
              <a:t>Setup (OpenCode + Blablador API key)</a:t>
            </a:r>
          </a:p>
          <a:p>
            <a:r>
              <a:rPr lang="en-US" dirty="0"/>
              <a:t>Hands-on implementation (+ presentations at the end)</a:t>
            </a:r>
          </a:p>
        </p:txBody>
      </p:sp>
    </p:spTree>
    <p:extLst>
      <p:ext uri="{BB962C8B-B14F-4D97-AF65-F5344CB8AC3E}">
        <p14:creationId xmlns:p14="http://schemas.microsoft.com/office/powerpoint/2010/main" val="604278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F43C6-365F-8406-CF4D-0AF79EFB57D9}"/>
              </a:ext>
            </a:extLst>
          </p:cNvPr>
          <p:cNvSpPr>
            <a:spLocks noGrp="1"/>
          </p:cNvSpPr>
          <p:nvPr>
            <p:ph type="title"/>
          </p:nvPr>
        </p:nvSpPr>
        <p:spPr>
          <a:xfrm>
            <a:off x="838200" y="435384"/>
            <a:ext cx="10515600" cy="973789"/>
          </a:xfrm>
        </p:spPr>
        <p:txBody>
          <a:bodyPr>
            <a:normAutofit/>
          </a:bodyPr>
          <a:lstStyle/>
          <a:p>
            <a:r>
              <a:rPr lang="en-US" dirty="0"/>
              <a:t>Software engineering done right</a:t>
            </a:r>
          </a:p>
        </p:txBody>
      </p:sp>
      <p:graphicFrame>
        <p:nvGraphicFramePr>
          <p:cNvPr id="4" name="Table 3">
            <a:extLst>
              <a:ext uri="{FF2B5EF4-FFF2-40B4-BE49-F238E27FC236}">
                <a16:creationId xmlns:a16="http://schemas.microsoft.com/office/drawing/2014/main" id="{F3EF75AA-B3DE-A602-4A36-40E06102E780}"/>
              </a:ext>
            </a:extLst>
          </p:cNvPr>
          <p:cNvGraphicFramePr>
            <a:graphicFrameLocks noGrp="1"/>
          </p:cNvGraphicFramePr>
          <p:nvPr>
            <p:extLst>
              <p:ext uri="{D42A27DB-BD31-4B8C-83A1-F6EECF244321}">
                <p14:modId xmlns:p14="http://schemas.microsoft.com/office/powerpoint/2010/main" val="1863041039"/>
              </p:ext>
            </p:extLst>
          </p:nvPr>
        </p:nvGraphicFramePr>
        <p:xfrm>
          <a:off x="240271" y="1409173"/>
          <a:ext cx="8127999" cy="4138803"/>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8741151"/>
                    </a:ext>
                  </a:extLst>
                </a:gridCol>
                <a:gridCol w="2709333">
                  <a:extLst>
                    <a:ext uri="{9D8B030D-6E8A-4147-A177-3AD203B41FA5}">
                      <a16:colId xmlns:a16="http://schemas.microsoft.com/office/drawing/2014/main" val="2192198318"/>
                    </a:ext>
                  </a:extLst>
                </a:gridCol>
                <a:gridCol w="2709333">
                  <a:extLst>
                    <a:ext uri="{9D8B030D-6E8A-4147-A177-3AD203B41FA5}">
                      <a16:colId xmlns:a16="http://schemas.microsoft.com/office/drawing/2014/main" val="4081178195"/>
                    </a:ext>
                  </a:extLst>
                </a:gridCol>
              </a:tblGrid>
              <a:tr h="370840">
                <a:tc>
                  <a:txBody>
                    <a:bodyPr/>
                    <a:lstStyle/>
                    <a:p>
                      <a:pPr marL="0" marR="0" algn="ctr" fontAlgn="base">
                        <a:buNone/>
                      </a:pPr>
                      <a:r>
                        <a:rPr lang="en-US" sz="1400" b="1" i="0" spc="12" dirty="0">
                          <a:solidFill>
                            <a:srgbClr val="161616"/>
                          </a:solidFill>
                          <a:effectLst/>
                          <a:latin typeface="inherit"/>
                        </a:rPr>
                        <a:t>Phase</a:t>
                      </a:r>
                    </a:p>
                  </a:txBody>
                  <a:tcPr marL="0" marR="0" marT="0" marB="0" anchor="b"/>
                </a:tc>
                <a:tc>
                  <a:txBody>
                    <a:bodyPr/>
                    <a:lstStyle/>
                    <a:p>
                      <a:pPr marL="0" marR="0" algn="ctr" fontAlgn="base">
                        <a:buNone/>
                      </a:pPr>
                      <a:r>
                        <a:rPr lang="en-US" sz="1400" b="1" i="0" spc="12">
                          <a:solidFill>
                            <a:srgbClr val="161616"/>
                          </a:solidFill>
                          <a:effectLst/>
                          <a:latin typeface="inherit"/>
                        </a:rPr>
                        <a:t>Key activities</a:t>
                      </a:r>
                    </a:p>
                  </a:txBody>
                  <a:tcPr marL="0" marR="0" marT="0" marB="0" anchor="b"/>
                </a:tc>
                <a:tc>
                  <a:txBody>
                    <a:bodyPr/>
                    <a:lstStyle/>
                    <a:p>
                      <a:pPr marL="0" marR="0" algn="ctr" fontAlgn="base">
                        <a:buNone/>
                      </a:pPr>
                      <a:r>
                        <a:rPr lang="en-US" sz="1400" b="1" i="0" spc="12" dirty="0">
                          <a:solidFill>
                            <a:srgbClr val="161616"/>
                          </a:solidFill>
                          <a:effectLst/>
                          <a:latin typeface="inherit"/>
                        </a:rPr>
                        <a:t>Deliverables</a:t>
                      </a:r>
                    </a:p>
                  </a:txBody>
                  <a:tcPr marL="0" marR="0" marT="0" marB="0" anchor="b"/>
                </a:tc>
                <a:extLst>
                  <a:ext uri="{0D108BD9-81ED-4DB2-BD59-A6C34878D82A}">
                    <a16:rowId xmlns:a16="http://schemas.microsoft.com/office/drawing/2014/main" val="3072284960"/>
                  </a:ext>
                </a:extLst>
              </a:tr>
              <a:tr h="370840">
                <a:tc>
                  <a:txBody>
                    <a:bodyPr/>
                    <a:lstStyle/>
                    <a:p>
                      <a:pPr marL="0" marR="0" algn="l" fontAlgn="base">
                        <a:lnSpc>
                          <a:spcPct val="125000"/>
                        </a:lnSpc>
                        <a:buNone/>
                      </a:pPr>
                      <a:r>
                        <a:rPr lang="en-US" sz="1200" b="0" i="0" spc="12">
                          <a:solidFill>
                            <a:srgbClr val="161616"/>
                          </a:solidFill>
                          <a:effectLst/>
                          <a:latin typeface="inherit"/>
                        </a:rPr>
                        <a:t>1.     Planning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Identify project scope, goals and requirements</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Initial project plan</a:t>
                      </a:r>
                    </a:p>
                  </a:txBody>
                  <a:tcPr marL="152400" marR="152400" marT="114300" marB="114300"/>
                </a:tc>
                <a:extLst>
                  <a:ext uri="{0D108BD9-81ED-4DB2-BD59-A6C34878D82A}">
                    <a16:rowId xmlns:a16="http://schemas.microsoft.com/office/drawing/2014/main" val="473112339"/>
                  </a:ext>
                </a:extLst>
              </a:tr>
              <a:tr h="370840">
                <a:tc>
                  <a:txBody>
                    <a:bodyPr/>
                    <a:lstStyle/>
                    <a:p>
                      <a:pPr marL="0" marR="0" algn="l" fontAlgn="base">
                        <a:lnSpc>
                          <a:spcPct val="125000"/>
                        </a:lnSpc>
                        <a:buNone/>
                      </a:pPr>
                      <a:r>
                        <a:rPr lang="en-US" sz="1200" b="0" i="0" spc="12">
                          <a:solidFill>
                            <a:srgbClr val="161616"/>
                          </a:solidFill>
                          <a:effectLst/>
                          <a:latin typeface="inherit"/>
                        </a:rPr>
                        <a:t>2.     Analysis </a:t>
                      </a:r>
                    </a:p>
                  </a:txBody>
                  <a:tcPr marL="152400" marR="152400" marT="114300" marB="114300"/>
                </a:tc>
                <a:tc>
                  <a:txBody>
                    <a:bodyPr/>
                    <a:lstStyle/>
                    <a:p>
                      <a:pPr marL="0" marR="0" algn="l" fontAlgn="base">
                        <a:lnSpc>
                          <a:spcPct val="125000"/>
                        </a:lnSpc>
                        <a:buNone/>
                      </a:pPr>
                      <a:r>
                        <a:rPr lang="en-US" sz="1200" b="0" i="0" spc="12" dirty="0">
                          <a:solidFill>
                            <a:srgbClr val="161616"/>
                          </a:solidFill>
                          <a:effectLst/>
                          <a:latin typeface="inherit"/>
                        </a:rPr>
                        <a:t>Gather and review data on project requirements </a:t>
                      </a:r>
                    </a:p>
                  </a:txBody>
                  <a:tcPr marL="152400" marR="152400" marT="114300" marB="114300"/>
                </a:tc>
                <a:tc>
                  <a:txBody>
                    <a:bodyPr/>
                    <a:lstStyle/>
                    <a:p>
                      <a:pPr marL="0" marR="0" algn="l" fontAlgn="base">
                        <a:lnSpc>
                          <a:spcPct val="125000"/>
                        </a:lnSpc>
                        <a:buNone/>
                      </a:pPr>
                      <a:r>
                        <a:rPr lang="en-US" sz="1200" b="0" i="0" spc="12" dirty="0">
                          <a:solidFill>
                            <a:srgbClr val="161616"/>
                          </a:solidFill>
                          <a:effectLst/>
                          <a:latin typeface="inherit"/>
                        </a:rPr>
                        <a:t>Fully detailed requirement documentation</a:t>
                      </a:r>
                    </a:p>
                  </a:txBody>
                  <a:tcPr marL="152400" marR="152400" marT="114300" marB="114300"/>
                </a:tc>
                <a:extLst>
                  <a:ext uri="{0D108BD9-81ED-4DB2-BD59-A6C34878D82A}">
                    <a16:rowId xmlns:a16="http://schemas.microsoft.com/office/drawing/2014/main" val="1031370885"/>
                  </a:ext>
                </a:extLst>
              </a:tr>
              <a:tr h="370840">
                <a:tc>
                  <a:txBody>
                    <a:bodyPr/>
                    <a:lstStyle/>
                    <a:p>
                      <a:pPr marL="0" marR="0" algn="l" fontAlgn="base">
                        <a:lnSpc>
                          <a:spcPct val="125000"/>
                        </a:lnSpc>
                        <a:buNone/>
                      </a:pPr>
                      <a:r>
                        <a:rPr lang="en-US" sz="1200" b="0" i="0" spc="12">
                          <a:solidFill>
                            <a:srgbClr val="161616"/>
                          </a:solidFill>
                          <a:effectLst/>
                          <a:latin typeface="inherit"/>
                        </a:rPr>
                        <a:t>3.     Design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Define project architecture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Software design document (SDD)  </a:t>
                      </a:r>
                    </a:p>
                  </a:txBody>
                  <a:tcPr marL="152400" marR="152400" marT="114300" marB="114300"/>
                </a:tc>
                <a:extLst>
                  <a:ext uri="{0D108BD9-81ED-4DB2-BD59-A6C34878D82A}">
                    <a16:rowId xmlns:a16="http://schemas.microsoft.com/office/drawing/2014/main" val="4110169736"/>
                  </a:ext>
                </a:extLst>
              </a:tr>
              <a:tr h="370840">
                <a:tc>
                  <a:txBody>
                    <a:bodyPr/>
                    <a:lstStyle/>
                    <a:p>
                      <a:pPr marL="0" marR="0" algn="l" fontAlgn="base">
                        <a:lnSpc>
                          <a:spcPct val="125000"/>
                        </a:lnSpc>
                        <a:buNone/>
                      </a:pPr>
                      <a:r>
                        <a:rPr lang="en-US" sz="1200" b="0" i="0" spc="12">
                          <a:solidFill>
                            <a:srgbClr val="161616"/>
                          </a:solidFill>
                          <a:effectLst/>
                          <a:latin typeface="inherit"/>
                        </a:rPr>
                        <a:t>4.     Coding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Write initial code</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Functional software prototype </a:t>
                      </a:r>
                    </a:p>
                  </a:txBody>
                  <a:tcPr marL="152400" marR="152400" marT="114300" marB="114300"/>
                </a:tc>
                <a:extLst>
                  <a:ext uri="{0D108BD9-81ED-4DB2-BD59-A6C34878D82A}">
                    <a16:rowId xmlns:a16="http://schemas.microsoft.com/office/drawing/2014/main" val="1074627329"/>
                  </a:ext>
                </a:extLst>
              </a:tr>
              <a:tr h="370840">
                <a:tc>
                  <a:txBody>
                    <a:bodyPr/>
                    <a:lstStyle/>
                    <a:p>
                      <a:pPr marL="0" marR="0" algn="l" fontAlgn="base">
                        <a:lnSpc>
                          <a:spcPct val="125000"/>
                        </a:lnSpc>
                        <a:buNone/>
                      </a:pPr>
                      <a:r>
                        <a:rPr lang="en-US" sz="1200" b="0" i="0" spc="12">
                          <a:solidFill>
                            <a:srgbClr val="161616"/>
                          </a:solidFill>
                          <a:effectLst/>
                          <a:latin typeface="inherit"/>
                        </a:rPr>
                        <a:t>5.     Testing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Review code and eliminate bugs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Refined, optimized software</a:t>
                      </a:r>
                    </a:p>
                  </a:txBody>
                  <a:tcPr marL="152400" marR="152400" marT="114300" marB="114300"/>
                </a:tc>
                <a:extLst>
                  <a:ext uri="{0D108BD9-81ED-4DB2-BD59-A6C34878D82A}">
                    <a16:rowId xmlns:a16="http://schemas.microsoft.com/office/drawing/2014/main" val="570635319"/>
                  </a:ext>
                </a:extLst>
              </a:tr>
              <a:tr h="370840">
                <a:tc>
                  <a:txBody>
                    <a:bodyPr/>
                    <a:lstStyle/>
                    <a:p>
                      <a:pPr marL="0" marR="0" algn="l" fontAlgn="base">
                        <a:lnSpc>
                          <a:spcPct val="125000"/>
                        </a:lnSpc>
                        <a:buNone/>
                      </a:pPr>
                      <a:r>
                        <a:rPr lang="en-US" sz="1200" b="0" i="0" spc="12">
                          <a:solidFill>
                            <a:srgbClr val="161616"/>
                          </a:solidFill>
                          <a:effectLst/>
                          <a:latin typeface="inherit"/>
                        </a:rPr>
                        <a:t>6.     Deployment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Deploy code to production environment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Software available to end users </a:t>
                      </a:r>
                    </a:p>
                  </a:txBody>
                  <a:tcPr marL="152400" marR="152400" marT="114300" marB="114300"/>
                </a:tc>
                <a:extLst>
                  <a:ext uri="{0D108BD9-81ED-4DB2-BD59-A6C34878D82A}">
                    <a16:rowId xmlns:a16="http://schemas.microsoft.com/office/drawing/2014/main" val="205466100"/>
                  </a:ext>
                </a:extLst>
              </a:tr>
              <a:tr h="370840">
                <a:tc>
                  <a:txBody>
                    <a:bodyPr/>
                    <a:lstStyle/>
                    <a:p>
                      <a:pPr marL="0" marR="0" algn="l" fontAlgn="base">
                        <a:lnSpc>
                          <a:spcPct val="125000"/>
                        </a:lnSpc>
                        <a:buNone/>
                      </a:pPr>
                      <a:r>
                        <a:rPr lang="en-US" sz="1200" b="0" i="0" spc="12">
                          <a:solidFill>
                            <a:srgbClr val="161616"/>
                          </a:solidFill>
                          <a:effectLst/>
                          <a:latin typeface="inherit"/>
                        </a:rPr>
                        <a:t>7.     Maintenance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Continual fixes and improvements</a:t>
                      </a:r>
                    </a:p>
                  </a:txBody>
                  <a:tcPr marL="152400" marR="152400" marT="114300" marB="114300"/>
                </a:tc>
                <a:tc>
                  <a:txBody>
                    <a:bodyPr/>
                    <a:lstStyle/>
                    <a:p>
                      <a:pPr marL="0" marR="0" algn="l" fontAlgn="base">
                        <a:lnSpc>
                          <a:spcPct val="125000"/>
                        </a:lnSpc>
                        <a:buNone/>
                      </a:pPr>
                      <a:r>
                        <a:rPr lang="en-US" sz="1200" b="0" i="0" spc="12" dirty="0">
                          <a:solidFill>
                            <a:srgbClr val="161616"/>
                          </a:solidFill>
                          <a:effectLst/>
                          <a:latin typeface="inherit"/>
                        </a:rPr>
                        <a:t>Updated and optimized code</a:t>
                      </a:r>
                    </a:p>
                  </a:txBody>
                  <a:tcPr marL="152400" marR="152400" marT="114300" marB="114300"/>
                </a:tc>
                <a:extLst>
                  <a:ext uri="{0D108BD9-81ED-4DB2-BD59-A6C34878D82A}">
                    <a16:rowId xmlns:a16="http://schemas.microsoft.com/office/drawing/2014/main" val="1240753303"/>
                  </a:ext>
                </a:extLst>
              </a:tr>
            </a:tbl>
          </a:graphicData>
        </a:graphic>
      </p:graphicFrame>
      <p:sp>
        <p:nvSpPr>
          <p:cNvPr id="5" name="TextBox 4">
            <a:extLst>
              <a:ext uri="{FF2B5EF4-FFF2-40B4-BE49-F238E27FC236}">
                <a16:creationId xmlns:a16="http://schemas.microsoft.com/office/drawing/2014/main" id="{893ECA97-38C4-E5E4-9B64-A6FE2AA1C673}"/>
              </a:ext>
            </a:extLst>
          </p:cNvPr>
          <p:cNvSpPr txBox="1"/>
          <p:nvPr/>
        </p:nvSpPr>
        <p:spPr>
          <a:xfrm>
            <a:off x="240271" y="5708821"/>
            <a:ext cx="5748369" cy="369332"/>
          </a:xfrm>
          <a:prstGeom prst="rect">
            <a:avLst/>
          </a:prstGeom>
          <a:noFill/>
        </p:spPr>
        <p:txBody>
          <a:bodyPr wrap="none" rtlCol="0">
            <a:spAutoFit/>
          </a:bodyPr>
          <a:lstStyle/>
          <a:p>
            <a:r>
              <a:rPr lang="en-US" dirty="0"/>
              <a:t>Source: </a:t>
            </a:r>
            <a:r>
              <a:rPr lang="en-US" dirty="0" err="1"/>
              <a:t>www.ibm.com</a:t>
            </a:r>
            <a:r>
              <a:rPr lang="en-US" dirty="0"/>
              <a:t>/think/topics/</a:t>
            </a:r>
            <a:r>
              <a:rPr lang="en-US" dirty="0" err="1"/>
              <a:t>sdlc</a:t>
            </a:r>
            <a:r>
              <a:rPr lang="en-US" dirty="0"/>
              <a:t>/jcr%3Acontent</a:t>
            </a:r>
          </a:p>
        </p:txBody>
      </p:sp>
    </p:spTree>
    <p:extLst>
      <p:ext uri="{BB962C8B-B14F-4D97-AF65-F5344CB8AC3E}">
        <p14:creationId xmlns:p14="http://schemas.microsoft.com/office/powerpoint/2010/main" val="2139615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FE148-9ECE-1B96-FEB2-798ADC78A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C5560-B4CB-E2B2-0D11-BB7E754FB3C1}"/>
              </a:ext>
            </a:extLst>
          </p:cNvPr>
          <p:cNvSpPr>
            <a:spLocks noGrp="1"/>
          </p:cNvSpPr>
          <p:nvPr>
            <p:ph type="title"/>
          </p:nvPr>
        </p:nvSpPr>
        <p:spPr>
          <a:xfrm>
            <a:off x="838200" y="435384"/>
            <a:ext cx="10515600" cy="973789"/>
          </a:xfrm>
        </p:spPr>
        <p:txBody>
          <a:bodyPr>
            <a:normAutofit/>
          </a:bodyPr>
          <a:lstStyle/>
          <a:p>
            <a:r>
              <a:rPr lang="en-US" dirty="0"/>
              <a:t>Software engineering done right</a:t>
            </a:r>
          </a:p>
        </p:txBody>
      </p:sp>
      <p:graphicFrame>
        <p:nvGraphicFramePr>
          <p:cNvPr id="4" name="Table 3">
            <a:extLst>
              <a:ext uri="{FF2B5EF4-FFF2-40B4-BE49-F238E27FC236}">
                <a16:creationId xmlns:a16="http://schemas.microsoft.com/office/drawing/2014/main" id="{7D7997E3-E420-E75A-791A-948E6BDD94D9}"/>
              </a:ext>
            </a:extLst>
          </p:cNvPr>
          <p:cNvGraphicFramePr>
            <a:graphicFrameLocks noGrp="1"/>
          </p:cNvGraphicFramePr>
          <p:nvPr/>
        </p:nvGraphicFramePr>
        <p:xfrm>
          <a:off x="240271" y="1409173"/>
          <a:ext cx="8127999" cy="4138803"/>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8741151"/>
                    </a:ext>
                  </a:extLst>
                </a:gridCol>
                <a:gridCol w="2709333">
                  <a:extLst>
                    <a:ext uri="{9D8B030D-6E8A-4147-A177-3AD203B41FA5}">
                      <a16:colId xmlns:a16="http://schemas.microsoft.com/office/drawing/2014/main" val="2192198318"/>
                    </a:ext>
                  </a:extLst>
                </a:gridCol>
                <a:gridCol w="2709333">
                  <a:extLst>
                    <a:ext uri="{9D8B030D-6E8A-4147-A177-3AD203B41FA5}">
                      <a16:colId xmlns:a16="http://schemas.microsoft.com/office/drawing/2014/main" val="4081178195"/>
                    </a:ext>
                  </a:extLst>
                </a:gridCol>
              </a:tblGrid>
              <a:tr h="370840">
                <a:tc>
                  <a:txBody>
                    <a:bodyPr/>
                    <a:lstStyle/>
                    <a:p>
                      <a:pPr marL="0" marR="0" algn="ctr" fontAlgn="base">
                        <a:buNone/>
                      </a:pPr>
                      <a:r>
                        <a:rPr lang="en-US" sz="1400" b="1" i="0" spc="12" dirty="0">
                          <a:solidFill>
                            <a:srgbClr val="161616"/>
                          </a:solidFill>
                          <a:effectLst/>
                          <a:latin typeface="inherit"/>
                        </a:rPr>
                        <a:t>Phase</a:t>
                      </a:r>
                    </a:p>
                  </a:txBody>
                  <a:tcPr marL="0" marR="0" marT="0" marB="0" anchor="b"/>
                </a:tc>
                <a:tc>
                  <a:txBody>
                    <a:bodyPr/>
                    <a:lstStyle/>
                    <a:p>
                      <a:pPr marL="0" marR="0" algn="ctr" fontAlgn="base">
                        <a:buNone/>
                      </a:pPr>
                      <a:r>
                        <a:rPr lang="en-US" sz="1400" b="1" i="0" spc="12">
                          <a:solidFill>
                            <a:srgbClr val="161616"/>
                          </a:solidFill>
                          <a:effectLst/>
                          <a:latin typeface="inherit"/>
                        </a:rPr>
                        <a:t>Key activities</a:t>
                      </a:r>
                    </a:p>
                  </a:txBody>
                  <a:tcPr marL="0" marR="0" marT="0" marB="0" anchor="b"/>
                </a:tc>
                <a:tc>
                  <a:txBody>
                    <a:bodyPr/>
                    <a:lstStyle/>
                    <a:p>
                      <a:pPr marL="0" marR="0" algn="ctr" fontAlgn="base">
                        <a:buNone/>
                      </a:pPr>
                      <a:r>
                        <a:rPr lang="en-US" sz="1400" b="1" i="0" spc="12" dirty="0">
                          <a:solidFill>
                            <a:srgbClr val="161616"/>
                          </a:solidFill>
                          <a:effectLst/>
                          <a:latin typeface="inherit"/>
                        </a:rPr>
                        <a:t>Deliverables</a:t>
                      </a:r>
                    </a:p>
                  </a:txBody>
                  <a:tcPr marL="0" marR="0" marT="0" marB="0" anchor="b"/>
                </a:tc>
                <a:extLst>
                  <a:ext uri="{0D108BD9-81ED-4DB2-BD59-A6C34878D82A}">
                    <a16:rowId xmlns:a16="http://schemas.microsoft.com/office/drawing/2014/main" val="3072284960"/>
                  </a:ext>
                </a:extLst>
              </a:tr>
              <a:tr h="370840">
                <a:tc>
                  <a:txBody>
                    <a:bodyPr/>
                    <a:lstStyle/>
                    <a:p>
                      <a:pPr marL="0" marR="0" algn="l" fontAlgn="base">
                        <a:lnSpc>
                          <a:spcPct val="125000"/>
                        </a:lnSpc>
                        <a:buNone/>
                      </a:pPr>
                      <a:r>
                        <a:rPr lang="en-US" sz="1200" b="0" i="0" spc="12">
                          <a:solidFill>
                            <a:srgbClr val="161616"/>
                          </a:solidFill>
                          <a:effectLst/>
                          <a:latin typeface="inherit"/>
                        </a:rPr>
                        <a:t>1.     Planning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Identify project scope, goals and requirements</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Initial project plan</a:t>
                      </a:r>
                    </a:p>
                  </a:txBody>
                  <a:tcPr marL="152400" marR="152400" marT="114300" marB="114300"/>
                </a:tc>
                <a:extLst>
                  <a:ext uri="{0D108BD9-81ED-4DB2-BD59-A6C34878D82A}">
                    <a16:rowId xmlns:a16="http://schemas.microsoft.com/office/drawing/2014/main" val="473112339"/>
                  </a:ext>
                </a:extLst>
              </a:tr>
              <a:tr h="370840">
                <a:tc>
                  <a:txBody>
                    <a:bodyPr/>
                    <a:lstStyle/>
                    <a:p>
                      <a:pPr marL="0" marR="0" algn="l" fontAlgn="base">
                        <a:lnSpc>
                          <a:spcPct val="125000"/>
                        </a:lnSpc>
                        <a:buNone/>
                      </a:pPr>
                      <a:r>
                        <a:rPr lang="en-US" sz="1200" b="0" i="0" spc="12">
                          <a:solidFill>
                            <a:srgbClr val="161616"/>
                          </a:solidFill>
                          <a:effectLst/>
                          <a:latin typeface="inherit"/>
                        </a:rPr>
                        <a:t>2.     Analysis </a:t>
                      </a:r>
                    </a:p>
                  </a:txBody>
                  <a:tcPr marL="152400" marR="152400" marT="114300" marB="114300"/>
                </a:tc>
                <a:tc>
                  <a:txBody>
                    <a:bodyPr/>
                    <a:lstStyle/>
                    <a:p>
                      <a:pPr marL="0" marR="0" algn="l" fontAlgn="base">
                        <a:lnSpc>
                          <a:spcPct val="125000"/>
                        </a:lnSpc>
                        <a:buNone/>
                      </a:pPr>
                      <a:r>
                        <a:rPr lang="en-US" sz="1200" b="0" i="0" spc="12" dirty="0">
                          <a:solidFill>
                            <a:srgbClr val="161616"/>
                          </a:solidFill>
                          <a:effectLst/>
                          <a:latin typeface="inherit"/>
                        </a:rPr>
                        <a:t>Gather and review data on project requirements </a:t>
                      </a:r>
                    </a:p>
                  </a:txBody>
                  <a:tcPr marL="152400" marR="152400" marT="114300" marB="114300"/>
                </a:tc>
                <a:tc>
                  <a:txBody>
                    <a:bodyPr/>
                    <a:lstStyle/>
                    <a:p>
                      <a:pPr marL="0" marR="0" algn="l" fontAlgn="base">
                        <a:lnSpc>
                          <a:spcPct val="125000"/>
                        </a:lnSpc>
                        <a:buNone/>
                      </a:pPr>
                      <a:r>
                        <a:rPr lang="en-US" sz="1200" b="0" i="0" spc="12" dirty="0">
                          <a:solidFill>
                            <a:srgbClr val="161616"/>
                          </a:solidFill>
                          <a:effectLst/>
                          <a:latin typeface="inherit"/>
                        </a:rPr>
                        <a:t>Fully detailed requirement documentation</a:t>
                      </a:r>
                    </a:p>
                  </a:txBody>
                  <a:tcPr marL="152400" marR="152400" marT="114300" marB="114300"/>
                </a:tc>
                <a:extLst>
                  <a:ext uri="{0D108BD9-81ED-4DB2-BD59-A6C34878D82A}">
                    <a16:rowId xmlns:a16="http://schemas.microsoft.com/office/drawing/2014/main" val="1031370885"/>
                  </a:ext>
                </a:extLst>
              </a:tr>
              <a:tr h="370840">
                <a:tc>
                  <a:txBody>
                    <a:bodyPr/>
                    <a:lstStyle/>
                    <a:p>
                      <a:pPr marL="0" marR="0" algn="l" fontAlgn="base">
                        <a:lnSpc>
                          <a:spcPct val="125000"/>
                        </a:lnSpc>
                        <a:buNone/>
                      </a:pPr>
                      <a:r>
                        <a:rPr lang="en-US" sz="1200" b="0" i="0" spc="12">
                          <a:solidFill>
                            <a:srgbClr val="161616"/>
                          </a:solidFill>
                          <a:effectLst/>
                          <a:latin typeface="inherit"/>
                        </a:rPr>
                        <a:t>3.     Design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Define project architecture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Software design document (SDD)  </a:t>
                      </a:r>
                    </a:p>
                  </a:txBody>
                  <a:tcPr marL="152400" marR="152400" marT="114300" marB="114300"/>
                </a:tc>
                <a:extLst>
                  <a:ext uri="{0D108BD9-81ED-4DB2-BD59-A6C34878D82A}">
                    <a16:rowId xmlns:a16="http://schemas.microsoft.com/office/drawing/2014/main" val="4110169736"/>
                  </a:ext>
                </a:extLst>
              </a:tr>
              <a:tr h="370840">
                <a:tc>
                  <a:txBody>
                    <a:bodyPr/>
                    <a:lstStyle/>
                    <a:p>
                      <a:pPr marL="0" marR="0" algn="l" fontAlgn="base">
                        <a:lnSpc>
                          <a:spcPct val="125000"/>
                        </a:lnSpc>
                        <a:buNone/>
                      </a:pPr>
                      <a:r>
                        <a:rPr lang="en-US" sz="1200" b="0" i="0" spc="12">
                          <a:solidFill>
                            <a:srgbClr val="161616"/>
                          </a:solidFill>
                          <a:effectLst/>
                          <a:latin typeface="inherit"/>
                        </a:rPr>
                        <a:t>4.     Coding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Write initial code</a:t>
                      </a:r>
                    </a:p>
                  </a:txBody>
                  <a:tcPr marL="152400" marR="152400" marT="114300" marB="114300"/>
                </a:tc>
                <a:tc>
                  <a:txBody>
                    <a:bodyPr/>
                    <a:lstStyle/>
                    <a:p>
                      <a:pPr marL="0" marR="0" algn="l" fontAlgn="base">
                        <a:lnSpc>
                          <a:spcPct val="125000"/>
                        </a:lnSpc>
                        <a:buNone/>
                      </a:pPr>
                      <a:r>
                        <a:rPr lang="en-US" sz="1200" b="0" i="0" spc="12" dirty="0">
                          <a:solidFill>
                            <a:srgbClr val="161616"/>
                          </a:solidFill>
                          <a:effectLst/>
                          <a:latin typeface="inherit"/>
                        </a:rPr>
                        <a:t>Functional software prototype </a:t>
                      </a:r>
                    </a:p>
                  </a:txBody>
                  <a:tcPr marL="152400" marR="152400" marT="114300" marB="114300"/>
                </a:tc>
                <a:extLst>
                  <a:ext uri="{0D108BD9-81ED-4DB2-BD59-A6C34878D82A}">
                    <a16:rowId xmlns:a16="http://schemas.microsoft.com/office/drawing/2014/main" val="1074627329"/>
                  </a:ext>
                </a:extLst>
              </a:tr>
              <a:tr h="370840">
                <a:tc>
                  <a:txBody>
                    <a:bodyPr/>
                    <a:lstStyle/>
                    <a:p>
                      <a:pPr marL="0" marR="0" algn="l" fontAlgn="base">
                        <a:lnSpc>
                          <a:spcPct val="125000"/>
                        </a:lnSpc>
                        <a:buNone/>
                      </a:pPr>
                      <a:r>
                        <a:rPr lang="en-US" sz="1200" b="0" i="0" spc="12">
                          <a:solidFill>
                            <a:srgbClr val="161616"/>
                          </a:solidFill>
                          <a:effectLst/>
                          <a:latin typeface="inherit"/>
                        </a:rPr>
                        <a:t>5.     Testing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Review code and eliminate bugs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Refined, optimized software</a:t>
                      </a:r>
                    </a:p>
                  </a:txBody>
                  <a:tcPr marL="152400" marR="152400" marT="114300" marB="114300"/>
                </a:tc>
                <a:extLst>
                  <a:ext uri="{0D108BD9-81ED-4DB2-BD59-A6C34878D82A}">
                    <a16:rowId xmlns:a16="http://schemas.microsoft.com/office/drawing/2014/main" val="570635319"/>
                  </a:ext>
                </a:extLst>
              </a:tr>
              <a:tr h="370840">
                <a:tc>
                  <a:txBody>
                    <a:bodyPr/>
                    <a:lstStyle/>
                    <a:p>
                      <a:pPr marL="0" marR="0" algn="l" fontAlgn="base">
                        <a:lnSpc>
                          <a:spcPct val="125000"/>
                        </a:lnSpc>
                        <a:buNone/>
                      </a:pPr>
                      <a:r>
                        <a:rPr lang="en-US" sz="1200" b="0" i="0" spc="12">
                          <a:solidFill>
                            <a:srgbClr val="161616"/>
                          </a:solidFill>
                          <a:effectLst/>
                          <a:latin typeface="inherit"/>
                        </a:rPr>
                        <a:t>6.     Deployment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Deploy code to production environment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Software available to end users </a:t>
                      </a:r>
                    </a:p>
                  </a:txBody>
                  <a:tcPr marL="152400" marR="152400" marT="114300" marB="114300"/>
                </a:tc>
                <a:extLst>
                  <a:ext uri="{0D108BD9-81ED-4DB2-BD59-A6C34878D82A}">
                    <a16:rowId xmlns:a16="http://schemas.microsoft.com/office/drawing/2014/main" val="205466100"/>
                  </a:ext>
                </a:extLst>
              </a:tr>
              <a:tr h="370840">
                <a:tc>
                  <a:txBody>
                    <a:bodyPr/>
                    <a:lstStyle/>
                    <a:p>
                      <a:pPr marL="0" marR="0" algn="l" fontAlgn="base">
                        <a:lnSpc>
                          <a:spcPct val="125000"/>
                        </a:lnSpc>
                        <a:buNone/>
                      </a:pPr>
                      <a:r>
                        <a:rPr lang="en-US" sz="1200" b="0" i="0" spc="12">
                          <a:solidFill>
                            <a:srgbClr val="161616"/>
                          </a:solidFill>
                          <a:effectLst/>
                          <a:latin typeface="inherit"/>
                        </a:rPr>
                        <a:t>7.     Maintenance </a:t>
                      </a:r>
                    </a:p>
                  </a:txBody>
                  <a:tcPr marL="152400" marR="152400" marT="114300" marB="114300"/>
                </a:tc>
                <a:tc>
                  <a:txBody>
                    <a:bodyPr/>
                    <a:lstStyle/>
                    <a:p>
                      <a:pPr marL="0" marR="0" algn="l" fontAlgn="base">
                        <a:lnSpc>
                          <a:spcPct val="125000"/>
                        </a:lnSpc>
                        <a:buNone/>
                      </a:pPr>
                      <a:r>
                        <a:rPr lang="en-US" sz="1200" b="0" i="0" spc="12">
                          <a:solidFill>
                            <a:srgbClr val="161616"/>
                          </a:solidFill>
                          <a:effectLst/>
                          <a:latin typeface="inherit"/>
                        </a:rPr>
                        <a:t>Continual fixes and improvements</a:t>
                      </a:r>
                    </a:p>
                  </a:txBody>
                  <a:tcPr marL="152400" marR="152400" marT="114300" marB="114300"/>
                </a:tc>
                <a:tc>
                  <a:txBody>
                    <a:bodyPr/>
                    <a:lstStyle/>
                    <a:p>
                      <a:pPr marL="0" marR="0" algn="l" fontAlgn="base">
                        <a:lnSpc>
                          <a:spcPct val="125000"/>
                        </a:lnSpc>
                        <a:buNone/>
                      </a:pPr>
                      <a:r>
                        <a:rPr lang="en-US" sz="1200" b="0" i="0" spc="12" dirty="0">
                          <a:solidFill>
                            <a:srgbClr val="161616"/>
                          </a:solidFill>
                          <a:effectLst/>
                          <a:latin typeface="inherit"/>
                        </a:rPr>
                        <a:t>Updated and optimized code</a:t>
                      </a:r>
                    </a:p>
                  </a:txBody>
                  <a:tcPr marL="152400" marR="152400" marT="114300" marB="114300"/>
                </a:tc>
                <a:extLst>
                  <a:ext uri="{0D108BD9-81ED-4DB2-BD59-A6C34878D82A}">
                    <a16:rowId xmlns:a16="http://schemas.microsoft.com/office/drawing/2014/main" val="1240753303"/>
                  </a:ext>
                </a:extLst>
              </a:tr>
            </a:tbl>
          </a:graphicData>
        </a:graphic>
      </p:graphicFrame>
      <p:sp>
        <p:nvSpPr>
          <p:cNvPr id="5" name="TextBox 4">
            <a:extLst>
              <a:ext uri="{FF2B5EF4-FFF2-40B4-BE49-F238E27FC236}">
                <a16:creationId xmlns:a16="http://schemas.microsoft.com/office/drawing/2014/main" id="{2133C499-4C5D-DFA7-E9DC-7F53905CA41F}"/>
              </a:ext>
            </a:extLst>
          </p:cNvPr>
          <p:cNvSpPr txBox="1"/>
          <p:nvPr/>
        </p:nvSpPr>
        <p:spPr>
          <a:xfrm>
            <a:off x="240271" y="5708821"/>
            <a:ext cx="5748369" cy="369332"/>
          </a:xfrm>
          <a:prstGeom prst="rect">
            <a:avLst/>
          </a:prstGeom>
          <a:noFill/>
        </p:spPr>
        <p:txBody>
          <a:bodyPr wrap="none" rtlCol="0">
            <a:spAutoFit/>
          </a:bodyPr>
          <a:lstStyle/>
          <a:p>
            <a:r>
              <a:rPr lang="en-US" dirty="0"/>
              <a:t>Source: </a:t>
            </a:r>
            <a:r>
              <a:rPr lang="en-US" dirty="0" err="1"/>
              <a:t>www.ibm.com</a:t>
            </a:r>
            <a:r>
              <a:rPr lang="en-US" dirty="0"/>
              <a:t>/think/topics/</a:t>
            </a:r>
            <a:r>
              <a:rPr lang="en-US" dirty="0" err="1"/>
              <a:t>sdlc</a:t>
            </a:r>
            <a:r>
              <a:rPr lang="en-US" dirty="0"/>
              <a:t>/jcr%3Acontent</a:t>
            </a:r>
          </a:p>
        </p:txBody>
      </p:sp>
      <p:sp>
        <p:nvSpPr>
          <p:cNvPr id="3" name="Right Brace 2">
            <a:extLst>
              <a:ext uri="{FF2B5EF4-FFF2-40B4-BE49-F238E27FC236}">
                <a16:creationId xmlns:a16="http://schemas.microsoft.com/office/drawing/2014/main" id="{4D71F8AA-226E-104E-0CF3-AB9DD21CBBB9}"/>
              </a:ext>
            </a:extLst>
          </p:cNvPr>
          <p:cNvSpPr/>
          <p:nvPr/>
        </p:nvSpPr>
        <p:spPr>
          <a:xfrm>
            <a:off x="8727165" y="3535868"/>
            <a:ext cx="203475" cy="803189"/>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Right Brace 5">
            <a:extLst>
              <a:ext uri="{FF2B5EF4-FFF2-40B4-BE49-F238E27FC236}">
                <a16:creationId xmlns:a16="http://schemas.microsoft.com/office/drawing/2014/main" id="{799649B6-573A-85EB-3A3C-31C195FB3899}"/>
              </a:ext>
            </a:extLst>
          </p:cNvPr>
          <p:cNvSpPr/>
          <p:nvPr/>
        </p:nvSpPr>
        <p:spPr>
          <a:xfrm>
            <a:off x="8464378" y="1754659"/>
            <a:ext cx="222422" cy="167434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Right Brace 6">
            <a:extLst>
              <a:ext uri="{FF2B5EF4-FFF2-40B4-BE49-F238E27FC236}">
                <a16:creationId xmlns:a16="http://schemas.microsoft.com/office/drawing/2014/main" id="{D3CD2286-ED11-342D-D409-D61D18DDD381}"/>
              </a:ext>
            </a:extLst>
          </p:cNvPr>
          <p:cNvSpPr/>
          <p:nvPr/>
        </p:nvSpPr>
        <p:spPr>
          <a:xfrm>
            <a:off x="8464378" y="4059195"/>
            <a:ext cx="222422" cy="148878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01ABDAC4-30B9-F6DE-CBAF-2AAC1EDBFB67}"/>
              </a:ext>
            </a:extLst>
          </p:cNvPr>
          <p:cNvSpPr txBox="1"/>
          <p:nvPr/>
        </p:nvSpPr>
        <p:spPr>
          <a:xfrm>
            <a:off x="8971005" y="3559431"/>
            <a:ext cx="2382795" cy="646331"/>
          </a:xfrm>
          <a:prstGeom prst="rect">
            <a:avLst/>
          </a:prstGeom>
          <a:noFill/>
        </p:spPr>
        <p:txBody>
          <a:bodyPr wrap="square" rtlCol="0">
            <a:spAutoFit/>
          </a:bodyPr>
          <a:lstStyle/>
          <a:p>
            <a:r>
              <a:rPr lang="en-US" dirty="0"/>
              <a:t>Agentic coding figures this out*</a:t>
            </a:r>
          </a:p>
        </p:txBody>
      </p:sp>
      <p:sp>
        <p:nvSpPr>
          <p:cNvPr id="9" name="TextBox 8">
            <a:extLst>
              <a:ext uri="{FF2B5EF4-FFF2-40B4-BE49-F238E27FC236}">
                <a16:creationId xmlns:a16="http://schemas.microsoft.com/office/drawing/2014/main" id="{D76D4511-19A3-9FC0-F67F-2BD70184EC27}"/>
              </a:ext>
            </a:extLst>
          </p:cNvPr>
          <p:cNvSpPr txBox="1"/>
          <p:nvPr/>
        </p:nvSpPr>
        <p:spPr>
          <a:xfrm>
            <a:off x="9885406" y="6113852"/>
            <a:ext cx="1944058" cy="369332"/>
          </a:xfrm>
          <a:prstGeom prst="rect">
            <a:avLst/>
          </a:prstGeom>
          <a:noFill/>
        </p:spPr>
        <p:txBody>
          <a:bodyPr wrap="none" rtlCol="0">
            <a:spAutoFit/>
          </a:bodyPr>
          <a:lstStyle/>
          <a:p>
            <a:r>
              <a:rPr lang="en-US" dirty="0"/>
              <a:t>*for the most part</a:t>
            </a:r>
          </a:p>
        </p:txBody>
      </p:sp>
      <p:sp>
        <p:nvSpPr>
          <p:cNvPr id="10" name="TextBox 9">
            <a:extLst>
              <a:ext uri="{FF2B5EF4-FFF2-40B4-BE49-F238E27FC236}">
                <a16:creationId xmlns:a16="http://schemas.microsoft.com/office/drawing/2014/main" id="{E4A83C83-31AB-4E88-76F8-575D8D1EA2A4}"/>
              </a:ext>
            </a:extLst>
          </p:cNvPr>
          <p:cNvSpPr txBox="1"/>
          <p:nvPr/>
        </p:nvSpPr>
        <p:spPr>
          <a:xfrm>
            <a:off x="8686799" y="2412653"/>
            <a:ext cx="3336325" cy="369332"/>
          </a:xfrm>
          <a:prstGeom prst="rect">
            <a:avLst/>
          </a:prstGeom>
          <a:noFill/>
        </p:spPr>
        <p:txBody>
          <a:bodyPr wrap="square" rtlCol="0">
            <a:spAutoFit/>
          </a:bodyPr>
          <a:lstStyle/>
          <a:p>
            <a:r>
              <a:rPr lang="en-US" dirty="0"/>
              <a:t>Human input required</a:t>
            </a:r>
          </a:p>
        </p:txBody>
      </p:sp>
      <p:sp>
        <p:nvSpPr>
          <p:cNvPr id="11" name="TextBox 10">
            <a:extLst>
              <a:ext uri="{FF2B5EF4-FFF2-40B4-BE49-F238E27FC236}">
                <a16:creationId xmlns:a16="http://schemas.microsoft.com/office/drawing/2014/main" id="{C7F947AC-6D84-03ED-1663-7EB2F9A3E2CB}"/>
              </a:ext>
            </a:extLst>
          </p:cNvPr>
          <p:cNvSpPr txBox="1"/>
          <p:nvPr/>
        </p:nvSpPr>
        <p:spPr>
          <a:xfrm>
            <a:off x="8686799" y="4618919"/>
            <a:ext cx="3336325" cy="369332"/>
          </a:xfrm>
          <a:prstGeom prst="rect">
            <a:avLst/>
          </a:prstGeom>
          <a:noFill/>
        </p:spPr>
        <p:txBody>
          <a:bodyPr wrap="square" rtlCol="0">
            <a:spAutoFit/>
          </a:bodyPr>
          <a:lstStyle/>
          <a:p>
            <a:r>
              <a:rPr lang="en-US" dirty="0"/>
              <a:t>Human input required</a:t>
            </a:r>
          </a:p>
        </p:txBody>
      </p:sp>
    </p:spTree>
    <p:extLst>
      <p:ext uri="{BB962C8B-B14F-4D97-AF65-F5344CB8AC3E}">
        <p14:creationId xmlns:p14="http://schemas.microsoft.com/office/powerpoint/2010/main" val="3123015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788C6-3A21-6958-293F-77003A1605B4}"/>
              </a:ext>
            </a:extLst>
          </p:cNvPr>
          <p:cNvSpPr>
            <a:spLocks noGrp="1"/>
          </p:cNvSpPr>
          <p:nvPr>
            <p:ph type="title"/>
          </p:nvPr>
        </p:nvSpPr>
        <p:spPr/>
        <p:txBody>
          <a:bodyPr/>
          <a:lstStyle/>
          <a:p>
            <a:r>
              <a:rPr lang="en-US" dirty="0"/>
              <a:t>planning</a:t>
            </a:r>
          </a:p>
        </p:txBody>
      </p:sp>
      <p:sp>
        <p:nvSpPr>
          <p:cNvPr id="3" name="Content Placeholder 2">
            <a:extLst>
              <a:ext uri="{FF2B5EF4-FFF2-40B4-BE49-F238E27FC236}">
                <a16:creationId xmlns:a16="http://schemas.microsoft.com/office/drawing/2014/main" id="{B905B855-2EB1-93E8-3F11-77FBD97AA10D}"/>
              </a:ext>
            </a:extLst>
          </p:cNvPr>
          <p:cNvSpPr>
            <a:spLocks noGrp="1"/>
          </p:cNvSpPr>
          <p:nvPr>
            <p:ph idx="1"/>
          </p:nvPr>
        </p:nvSpPr>
        <p:spPr>
          <a:xfrm>
            <a:off x="838200" y="1825625"/>
            <a:ext cx="4821195" cy="4351338"/>
          </a:xfrm>
        </p:spPr>
        <p:txBody>
          <a:bodyPr/>
          <a:lstStyle/>
          <a:p>
            <a:pPr marL="0" indent="0">
              <a:buNone/>
            </a:pPr>
            <a:r>
              <a:rPr lang="en-US" dirty="0"/>
              <a:t>Create your </a:t>
            </a:r>
            <a:r>
              <a:rPr lang="en-US" dirty="0" err="1"/>
              <a:t>SPEC.md</a:t>
            </a:r>
            <a:r>
              <a:rPr lang="en-US" dirty="0"/>
              <a:t> now!</a:t>
            </a:r>
          </a:p>
          <a:p>
            <a:pPr marL="0" indent="0">
              <a:buNone/>
            </a:pPr>
            <a:r>
              <a:rPr lang="en-US" dirty="0"/>
              <a:t>Tip: do not use an LLM to generate it, use it to help you ideate. A brief spec is better than a huge generated one. Make it a source of hard truths!</a:t>
            </a:r>
          </a:p>
          <a:p>
            <a:pPr marL="0" indent="0">
              <a:buNone/>
            </a:pPr>
            <a:endParaRPr lang="en-US" dirty="0"/>
          </a:p>
          <a:p>
            <a:pPr marL="0" indent="0">
              <a:buNone/>
            </a:pPr>
            <a:r>
              <a:rPr lang="en-US" dirty="0"/>
              <a:t>Check out </a:t>
            </a:r>
            <a:r>
              <a:rPr lang="en-US" b="1" dirty="0"/>
              <a:t>https://</a:t>
            </a:r>
            <a:r>
              <a:rPr lang="en-US" b="1" dirty="0" err="1"/>
              <a:t>notes.desy.de</a:t>
            </a:r>
            <a:r>
              <a:rPr lang="en-US" b="1" dirty="0"/>
              <a:t>/</a:t>
            </a:r>
          </a:p>
        </p:txBody>
      </p:sp>
      <p:sp>
        <p:nvSpPr>
          <p:cNvPr id="6" name="TextBox 5">
            <a:extLst>
              <a:ext uri="{FF2B5EF4-FFF2-40B4-BE49-F238E27FC236}">
                <a16:creationId xmlns:a16="http://schemas.microsoft.com/office/drawing/2014/main" id="{73C5073E-3F0D-92C9-3C7E-D1C7E65A404F}"/>
              </a:ext>
            </a:extLst>
          </p:cNvPr>
          <p:cNvSpPr txBox="1"/>
          <p:nvPr/>
        </p:nvSpPr>
        <p:spPr>
          <a:xfrm>
            <a:off x="5778844" y="716899"/>
            <a:ext cx="6413156" cy="5355312"/>
          </a:xfrm>
          <a:prstGeom prst="rect">
            <a:avLst/>
          </a:prstGeom>
          <a:noFill/>
        </p:spPr>
        <p:txBody>
          <a:bodyPr wrap="square" rtlCol="0">
            <a:spAutoFit/>
          </a:bodyPr>
          <a:lstStyle/>
          <a:p>
            <a:pPr lvl="0"/>
            <a:r>
              <a:rPr lang="en-US" b="1" dirty="0"/>
              <a:t>Problem / project description</a:t>
            </a:r>
            <a:r>
              <a:rPr lang="en-US" dirty="0"/>
              <a:t> : What problem are we solving?</a:t>
            </a:r>
          </a:p>
          <a:p>
            <a:pPr lvl="0"/>
            <a:r>
              <a:rPr lang="en-US" b="1" dirty="0"/>
              <a:t>Goals &amp; outcomes</a:t>
            </a:r>
            <a:r>
              <a:rPr lang="en-US" dirty="0"/>
              <a:t> : What do we want to achieve?</a:t>
            </a:r>
          </a:p>
          <a:p>
            <a:pPr lvl="0"/>
            <a:r>
              <a:rPr lang="en-US" b="1" dirty="0"/>
              <a:t>Stakeholders &amp; users</a:t>
            </a:r>
            <a:r>
              <a:rPr lang="en-US" dirty="0"/>
              <a:t> : Who is involved or affected?</a:t>
            </a:r>
          </a:p>
          <a:p>
            <a:pPr lvl="0"/>
            <a:r>
              <a:rPr lang="en-US" b="1" dirty="0"/>
              <a:t>User needs / use cases</a:t>
            </a:r>
            <a:r>
              <a:rPr lang="en-US" dirty="0"/>
              <a:t> : What do users need to do?</a:t>
            </a:r>
          </a:p>
          <a:p>
            <a:pPr lvl="0"/>
            <a:r>
              <a:rPr lang="en-US" b="1" dirty="0"/>
              <a:t>Scope</a:t>
            </a:r>
            <a:r>
              <a:rPr lang="en-US" dirty="0"/>
              <a:t> : What is included and excluded?</a:t>
            </a:r>
          </a:p>
          <a:p>
            <a:pPr lvl="0"/>
            <a:r>
              <a:rPr lang="en-US" b="1" dirty="0"/>
              <a:t>Requirements &amp; constraints</a:t>
            </a:r>
            <a:r>
              <a:rPr lang="en-US" dirty="0"/>
              <a:t> : What must we consider from the start?</a:t>
            </a:r>
          </a:p>
          <a:p>
            <a:pPr lvl="0"/>
            <a:r>
              <a:rPr lang="en-US" b="1" dirty="0"/>
              <a:t>Feasibility</a:t>
            </a:r>
            <a:r>
              <a:rPr lang="en-US" dirty="0"/>
              <a:t> : Can we realistically build it?</a:t>
            </a:r>
          </a:p>
          <a:p>
            <a:pPr lvl="0"/>
            <a:r>
              <a:rPr lang="en-US" b="1" dirty="0"/>
              <a:t>Technical approach</a:t>
            </a:r>
            <a:r>
              <a:rPr lang="en-US" dirty="0"/>
              <a:t> : What is the initial technical direction?</a:t>
            </a:r>
          </a:p>
          <a:p>
            <a:pPr lvl="0"/>
            <a:r>
              <a:rPr lang="en-US" b="1" dirty="0"/>
              <a:t>Risks &amp; assumptions</a:t>
            </a:r>
            <a:r>
              <a:rPr lang="en-US" dirty="0"/>
              <a:t> : What could go wrong, and what are we assuming?</a:t>
            </a:r>
          </a:p>
          <a:p>
            <a:pPr lvl="0"/>
            <a:r>
              <a:rPr lang="en-US" b="1" dirty="0"/>
              <a:t>Resources &amp; responsibilities</a:t>
            </a:r>
            <a:r>
              <a:rPr lang="en-US" dirty="0"/>
              <a:t> : Who does what?</a:t>
            </a:r>
          </a:p>
          <a:p>
            <a:pPr lvl="0"/>
            <a:r>
              <a:rPr lang="en-US" b="1" dirty="0"/>
              <a:t>Milestones &amp; timeline</a:t>
            </a:r>
            <a:r>
              <a:rPr lang="en-US" dirty="0"/>
              <a:t> : What are the key dates and deliverables?</a:t>
            </a:r>
          </a:p>
          <a:p>
            <a:pPr lvl="0"/>
            <a:r>
              <a:rPr lang="en-US" b="1" dirty="0"/>
              <a:t>Development approach</a:t>
            </a:r>
            <a:r>
              <a:rPr lang="en-US" dirty="0"/>
              <a:t> : How will we organize the work?</a:t>
            </a:r>
          </a:p>
          <a:p>
            <a:pPr lvl="0"/>
            <a:r>
              <a:rPr lang="en-US" b="1" dirty="0"/>
              <a:t>Quality, security &amp; compliance</a:t>
            </a:r>
            <a:r>
              <a:rPr lang="en-US" dirty="0"/>
              <a:t> : What standards must we meet?</a:t>
            </a:r>
          </a:p>
          <a:p>
            <a:pPr lvl="0"/>
            <a:r>
              <a:rPr lang="en-US" b="1" dirty="0"/>
              <a:t>Success criteria</a:t>
            </a:r>
            <a:r>
              <a:rPr lang="en-US" dirty="0"/>
              <a:t> : How will we know we succeeded?</a:t>
            </a:r>
          </a:p>
          <a:p>
            <a:pPr lvl="0"/>
            <a:endParaRPr lang="en-US" dirty="0"/>
          </a:p>
        </p:txBody>
      </p:sp>
      <p:cxnSp>
        <p:nvCxnSpPr>
          <p:cNvPr id="8" name="Straight Connector 7">
            <a:extLst>
              <a:ext uri="{FF2B5EF4-FFF2-40B4-BE49-F238E27FC236}">
                <a16:creationId xmlns:a16="http://schemas.microsoft.com/office/drawing/2014/main" id="{5EE10395-20A2-823E-43F7-F4BD948D7B7D}"/>
              </a:ext>
            </a:extLst>
          </p:cNvPr>
          <p:cNvCxnSpPr/>
          <p:nvPr/>
        </p:nvCxnSpPr>
        <p:spPr>
          <a:xfrm>
            <a:off x="5659395" y="617838"/>
            <a:ext cx="0" cy="5454373"/>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601188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0F28D-60C3-0552-9F07-A04CD90D08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479CA-DC57-C9B6-101B-6AE34FE0283A}"/>
              </a:ext>
            </a:extLst>
          </p:cNvPr>
          <p:cNvSpPr>
            <a:spLocks noGrp="1"/>
          </p:cNvSpPr>
          <p:nvPr>
            <p:ph type="title"/>
          </p:nvPr>
        </p:nvSpPr>
        <p:spPr/>
        <p:txBody>
          <a:bodyPr/>
          <a:lstStyle/>
          <a:p>
            <a:r>
              <a:rPr lang="en-US" dirty="0"/>
              <a:t>planning</a:t>
            </a:r>
          </a:p>
        </p:txBody>
      </p:sp>
      <p:sp>
        <p:nvSpPr>
          <p:cNvPr id="3" name="Content Placeholder 2">
            <a:extLst>
              <a:ext uri="{FF2B5EF4-FFF2-40B4-BE49-F238E27FC236}">
                <a16:creationId xmlns:a16="http://schemas.microsoft.com/office/drawing/2014/main" id="{AB16EC4F-1913-07F0-5CFD-D40556035517}"/>
              </a:ext>
            </a:extLst>
          </p:cNvPr>
          <p:cNvSpPr>
            <a:spLocks noGrp="1"/>
          </p:cNvSpPr>
          <p:nvPr>
            <p:ph idx="1"/>
          </p:nvPr>
        </p:nvSpPr>
        <p:spPr>
          <a:xfrm>
            <a:off x="838200" y="1825625"/>
            <a:ext cx="4821195" cy="4351338"/>
          </a:xfrm>
        </p:spPr>
        <p:txBody>
          <a:bodyPr/>
          <a:lstStyle/>
          <a:p>
            <a:pPr marL="0" indent="0">
              <a:buNone/>
            </a:pPr>
            <a:r>
              <a:rPr lang="en-US" dirty="0"/>
              <a:t>Create your </a:t>
            </a:r>
            <a:r>
              <a:rPr lang="en-US" dirty="0" err="1"/>
              <a:t>SPEC.md</a:t>
            </a:r>
            <a:r>
              <a:rPr lang="en-US" dirty="0"/>
              <a:t> now!</a:t>
            </a:r>
          </a:p>
          <a:p>
            <a:pPr marL="0" indent="0">
              <a:buNone/>
            </a:pPr>
            <a:r>
              <a:rPr lang="en-US" dirty="0"/>
              <a:t>Tip: do not use an LLM to generate it, use it to help you ideate. A brief spec is better than a huge generated one. Make it a source of hard truths!</a:t>
            </a:r>
          </a:p>
        </p:txBody>
      </p:sp>
      <p:sp>
        <p:nvSpPr>
          <p:cNvPr id="6" name="TextBox 5">
            <a:extLst>
              <a:ext uri="{FF2B5EF4-FFF2-40B4-BE49-F238E27FC236}">
                <a16:creationId xmlns:a16="http://schemas.microsoft.com/office/drawing/2014/main" id="{C90EB473-C934-88DE-CE9C-43822A5A0286}"/>
              </a:ext>
            </a:extLst>
          </p:cNvPr>
          <p:cNvSpPr txBox="1"/>
          <p:nvPr/>
        </p:nvSpPr>
        <p:spPr>
          <a:xfrm>
            <a:off x="5778844" y="716899"/>
            <a:ext cx="6413156" cy="5355312"/>
          </a:xfrm>
          <a:prstGeom prst="rect">
            <a:avLst/>
          </a:prstGeom>
          <a:noFill/>
        </p:spPr>
        <p:txBody>
          <a:bodyPr wrap="square" rtlCol="0">
            <a:spAutoFit/>
          </a:bodyPr>
          <a:lstStyle/>
          <a:p>
            <a:pPr lvl="0"/>
            <a:r>
              <a:rPr lang="en-US" b="1" dirty="0"/>
              <a:t>Problem / project description</a:t>
            </a:r>
            <a:r>
              <a:rPr lang="en-US" dirty="0"/>
              <a:t> : What problem are we solving?</a:t>
            </a:r>
          </a:p>
          <a:p>
            <a:pPr lvl="0"/>
            <a:r>
              <a:rPr lang="en-US" b="1" dirty="0"/>
              <a:t>Goals &amp; outcomes</a:t>
            </a:r>
            <a:r>
              <a:rPr lang="en-US" dirty="0"/>
              <a:t> : What do we want to achieve?</a:t>
            </a:r>
          </a:p>
          <a:p>
            <a:pPr lvl="0"/>
            <a:r>
              <a:rPr lang="en-US" b="1" dirty="0"/>
              <a:t>Stakeholders &amp; users</a:t>
            </a:r>
            <a:r>
              <a:rPr lang="en-US" dirty="0"/>
              <a:t> : Who is involved or affected?</a:t>
            </a:r>
          </a:p>
          <a:p>
            <a:pPr lvl="0"/>
            <a:r>
              <a:rPr lang="en-US" b="1" dirty="0"/>
              <a:t>User needs / use cases</a:t>
            </a:r>
            <a:r>
              <a:rPr lang="en-US" dirty="0"/>
              <a:t> : What do users need to do?</a:t>
            </a:r>
          </a:p>
          <a:p>
            <a:pPr lvl="0"/>
            <a:r>
              <a:rPr lang="en-US" b="1" dirty="0"/>
              <a:t>Scope</a:t>
            </a:r>
            <a:r>
              <a:rPr lang="en-US" dirty="0"/>
              <a:t> : What is included and excluded?</a:t>
            </a:r>
          </a:p>
          <a:p>
            <a:pPr lvl="0"/>
            <a:r>
              <a:rPr lang="en-US" b="1" dirty="0"/>
              <a:t>Requirements &amp; constraints</a:t>
            </a:r>
            <a:r>
              <a:rPr lang="en-US" dirty="0"/>
              <a:t> : What must we consider from the start?</a:t>
            </a:r>
          </a:p>
          <a:p>
            <a:pPr lvl="0"/>
            <a:r>
              <a:rPr lang="en-US" b="1" strike="sngStrike" dirty="0"/>
              <a:t>Feasibility</a:t>
            </a:r>
            <a:r>
              <a:rPr lang="en-US" strike="sngStrike" dirty="0"/>
              <a:t> : Can we realistically build it?</a:t>
            </a:r>
          </a:p>
          <a:p>
            <a:pPr lvl="0"/>
            <a:r>
              <a:rPr lang="en-US" b="1" dirty="0"/>
              <a:t>Technical approach</a:t>
            </a:r>
            <a:r>
              <a:rPr lang="en-US" dirty="0"/>
              <a:t> : What is the initial technical direction?</a:t>
            </a:r>
          </a:p>
          <a:p>
            <a:pPr lvl="0"/>
            <a:r>
              <a:rPr lang="en-US" b="1" strike="sngStrike" dirty="0"/>
              <a:t>Risks &amp; assumptions</a:t>
            </a:r>
            <a:r>
              <a:rPr lang="en-US" strike="sngStrike" dirty="0"/>
              <a:t> : What could go wrong, and what are we assuming?</a:t>
            </a:r>
          </a:p>
          <a:p>
            <a:pPr lvl="0"/>
            <a:r>
              <a:rPr lang="en-US" b="1" strike="sngStrike" dirty="0"/>
              <a:t>Resources &amp; responsibilities</a:t>
            </a:r>
            <a:r>
              <a:rPr lang="en-US" strike="sngStrike" dirty="0"/>
              <a:t> : Who does what?</a:t>
            </a:r>
          </a:p>
          <a:p>
            <a:pPr lvl="0"/>
            <a:r>
              <a:rPr lang="en-US" b="1" strike="sngStrike" dirty="0"/>
              <a:t>Milestones &amp; timeline</a:t>
            </a:r>
            <a:r>
              <a:rPr lang="en-US" strike="sngStrike" dirty="0"/>
              <a:t> : What are the key dates and deliverables?</a:t>
            </a:r>
          </a:p>
          <a:p>
            <a:pPr lvl="0"/>
            <a:r>
              <a:rPr lang="en-US" b="1" dirty="0"/>
              <a:t>Development approach</a:t>
            </a:r>
            <a:r>
              <a:rPr lang="en-US" dirty="0"/>
              <a:t> : How will we organize the work?</a:t>
            </a:r>
          </a:p>
          <a:p>
            <a:pPr lvl="0"/>
            <a:r>
              <a:rPr lang="en-US" b="1" dirty="0"/>
              <a:t>Quality, security &amp; compliance</a:t>
            </a:r>
            <a:r>
              <a:rPr lang="en-US" dirty="0"/>
              <a:t> : What standards must we meet?</a:t>
            </a:r>
          </a:p>
          <a:p>
            <a:pPr lvl="0"/>
            <a:r>
              <a:rPr lang="en-US" b="1" dirty="0"/>
              <a:t>Success criteria</a:t>
            </a:r>
            <a:r>
              <a:rPr lang="en-US" dirty="0"/>
              <a:t> : How will we know we succeeded?</a:t>
            </a:r>
          </a:p>
          <a:p>
            <a:pPr lvl="0"/>
            <a:endParaRPr lang="en-US" dirty="0"/>
          </a:p>
        </p:txBody>
      </p:sp>
      <p:cxnSp>
        <p:nvCxnSpPr>
          <p:cNvPr id="8" name="Straight Connector 7">
            <a:extLst>
              <a:ext uri="{FF2B5EF4-FFF2-40B4-BE49-F238E27FC236}">
                <a16:creationId xmlns:a16="http://schemas.microsoft.com/office/drawing/2014/main" id="{6DA25483-9194-F86F-CE21-637CDA9E899D}"/>
              </a:ext>
            </a:extLst>
          </p:cNvPr>
          <p:cNvCxnSpPr/>
          <p:nvPr/>
        </p:nvCxnSpPr>
        <p:spPr>
          <a:xfrm>
            <a:off x="5659395" y="617838"/>
            <a:ext cx="0" cy="5454373"/>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0120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48129-8A51-4F87-078A-12C67D3E6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2A507-B4C6-752A-B485-56600500B5F5}"/>
              </a:ext>
            </a:extLst>
          </p:cNvPr>
          <p:cNvSpPr>
            <a:spLocks noGrp="1"/>
          </p:cNvSpPr>
          <p:nvPr>
            <p:ph type="title"/>
          </p:nvPr>
        </p:nvSpPr>
        <p:spPr/>
        <p:txBody>
          <a:bodyPr/>
          <a:lstStyle/>
          <a:p>
            <a:r>
              <a:rPr lang="en-US">
                <a:latin typeface="Hermann Bold"/>
              </a:rPr>
              <a:t>PLANNING</a:t>
            </a:r>
            <a:endParaRPr lang="en-US" dirty="0"/>
          </a:p>
        </p:txBody>
      </p:sp>
      <p:sp>
        <p:nvSpPr>
          <p:cNvPr id="3" name="Content Placeholder 2">
            <a:extLst>
              <a:ext uri="{FF2B5EF4-FFF2-40B4-BE49-F238E27FC236}">
                <a16:creationId xmlns:a16="http://schemas.microsoft.com/office/drawing/2014/main" id="{83AB8783-3025-FE86-9EA9-3420BB73DADE}"/>
              </a:ext>
            </a:extLst>
          </p:cNvPr>
          <p:cNvSpPr>
            <a:spLocks noGrp="1"/>
          </p:cNvSpPr>
          <p:nvPr>
            <p:ph idx="1"/>
          </p:nvPr>
        </p:nvSpPr>
        <p:spPr>
          <a:xfrm>
            <a:off x="838200" y="1825625"/>
            <a:ext cx="4821195" cy="4351338"/>
          </a:xfrm>
        </p:spPr>
        <p:txBody>
          <a:bodyPr/>
          <a:lstStyle/>
          <a:p>
            <a:pPr marL="0" indent="0">
              <a:buNone/>
            </a:pPr>
            <a:r>
              <a:rPr lang="en-US" dirty="0"/>
              <a:t>Create your </a:t>
            </a:r>
            <a:r>
              <a:rPr lang="en-US" dirty="0" err="1"/>
              <a:t>SPEC.md</a:t>
            </a:r>
            <a:r>
              <a:rPr lang="en-US" dirty="0"/>
              <a:t> now!</a:t>
            </a:r>
          </a:p>
          <a:p>
            <a:pPr marL="0" indent="0">
              <a:buNone/>
            </a:pPr>
            <a:r>
              <a:rPr lang="en-US" dirty="0"/>
              <a:t>Tip: do not use an LLM to generate it, use it to help you ideate. A brief spec is better than a huge generated one. Make it a source of hard truths!</a:t>
            </a:r>
          </a:p>
        </p:txBody>
      </p:sp>
      <p:sp>
        <p:nvSpPr>
          <p:cNvPr id="6" name="TextBox 5">
            <a:extLst>
              <a:ext uri="{FF2B5EF4-FFF2-40B4-BE49-F238E27FC236}">
                <a16:creationId xmlns:a16="http://schemas.microsoft.com/office/drawing/2014/main" id="{58792213-07C1-474E-D873-95DD5C53F33B}"/>
              </a:ext>
            </a:extLst>
          </p:cNvPr>
          <p:cNvSpPr txBox="1"/>
          <p:nvPr/>
        </p:nvSpPr>
        <p:spPr>
          <a:xfrm>
            <a:off x="5778844" y="1582340"/>
            <a:ext cx="6413156" cy="3693319"/>
          </a:xfrm>
          <a:prstGeom prst="rect">
            <a:avLst/>
          </a:prstGeom>
          <a:noFill/>
        </p:spPr>
        <p:txBody>
          <a:bodyPr wrap="square" rtlCol="0">
            <a:spAutoFit/>
          </a:bodyPr>
          <a:lstStyle/>
          <a:p>
            <a:pPr lvl="0"/>
            <a:r>
              <a:rPr lang="en-US" b="1" dirty="0"/>
              <a:t>Problem / project description</a:t>
            </a:r>
            <a:r>
              <a:rPr lang="en-US" dirty="0"/>
              <a:t> : What problem are we solving?</a:t>
            </a:r>
          </a:p>
          <a:p>
            <a:pPr lvl="0"/>
            <a:r>
              <a:rPr lang="en-US" b="1" dirty="0"/>
              <a:t>Goals &amp; outcomes</a:t>
            </a:r>
            <a:r>
              <a:rPr lang="en-US" dirty="0"/>
              <a:t> : What do we want to achieve?</a:t>
            </a:r>
          </a:p>
          <a:p>
            <a:pPr lvl="0"/>
            <a:r>
              <a:rPr lang="en-US" b="1" dirty="0"/>
              <a:t>Stakeholders &amp; users</a:t>
            </a:r>
            <a:r>
              <a:rPr lang="en-US" dirty="0"/>
              <a:t> : Who is involved or affected?</a:t>
            </a:r>
          </a:p>
          <a:p>
            <a:pPr lvl="0"/>
            <a:r>
              <a:rPr lang="en-US" b="1" dirty="0"/>
              <a:t>User needs / use cases</a:t>
            </a:r>
            <a:r>
              <a:rPr lang="en-US" dirty="0"/>
              <a:t> : What do users need to do?</a:t>
            </a:r>
          </a:p>
          <a:p>
            <a:pPr lvl="0"/>
            <a:r>
              <a:rPr lang="en-US" b="1" dirty="0"/>
              <a:t>Scope</a:t>
            </a:r>
            <a:r>
              <a:rPr lang="en-US" dirty="0"/>
              <a:t> : What is included and excluded?</a:t>
            </a:r>
          </a:p>
          <a:p>
            <a:pPr lvl="0"/>
            <a:r>
              <a:rPr lang="en-US" b="1" dirty="0"/>
              <a:t>Requirements &amp; constraints</a:t>
            </a:r>
            <a:r>
              <a:rPr lang="en-US" dirty="0"/>
              <a:t> : What must we consider from the start?</a:t>
            </a:r>
          </a:p>
          <a:p>
            <a:pPr lvl="0"/>
            <a:r>
              <a:rPr lang="en-US" b="1" dirty="0"/>
              <a:t>Technical approach</a:t>
            </a:r>
            <a:r>
              <a:rPr lang="en-US" dirty="0"/>
              <a:t> : What is the initial technical direction?</a:t>
            </a:r>
          </a:p>
          <a:p>
            <a:pPr lvl="0"/>
            <a:r>
              <a:rPr lang="en-US" b="1" dirty="0"/>
              <a:t>Development approach</a:t>
            </a:r>
            <a:r>
              <a:rPr lang="en-US" dirty="0"/>
              <a:t> : How will we organize the work?</a:t>
            </a:r>
          </a:p>
          <a:p>
            <a:pPr lvl="0"/>
            <a:r>
              <a:rPr lang="en-US" b="1" dirty="0"/>
              <a:t>Quality, security &amp; compliance</a:t>
            </a:r>
            <a:r>
              <a:rPr lang="en-US" dirty="0"/>
              <a:t> : What standards must we meet?</a:t>
            </a:r>
          </a:p>
          <a:p>
            <a:pPr lvl="0"/>
            <a:r>
              <a:rPr lang="en-US" b="1" dirty="0"/>
              <a:t>Success criteria</a:t>
            </a:r>
            <a:r>
              <a:rPr lang="en-US" dirty="0"/>
              <a:t> : How will we know we succeeded?</a:t>
            </a:r>
          </a:p>
          <a:p>
            <a:pPr lvl="0"/>
            <a:endParaRPr lang="en-US" dirty="0"/>
          </a:p>
        </p:txBody>
      </p:sp>
      <p:cxnSp>
        <p:nvCxnSpPr>
          <p:cNvPr id="8" name="Straight Connector 7">
            <a:extLst>
              <a:ext uri="{FF2B5EF4-FFF2-40B4-BE49-F238E27FC236}">
                <a16:creationId xmlns:a16="http://schemas.microsoft.com/office/drawing/2014/main" id="{7C203193-2C29-F1CA-FC7F-7012C12C87FE}"/>
              </a:ext>
            </a:extLst>
          </p:cNvPr>
          <p:cNvCxnSpPr/>
          <p:nvPr/>
        </p:nvCxnSpPr>
        <p:spPr>
          <a:xfrm>
            <a:off x="5659395" y="617838"/>
            <a:ext cx="0" cy="5454373"/>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4965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07631-2A5E-C26F-D665-3500EE946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3BEA7-764A-4DED-E3C2-E8C3E66AB67D}"/>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9D39E0F7-7FD6-39F6-A75E-044C8DB17084}"/>
              </a:ext>
            </a:extLst>
          </p:cNvPr>
          <p:cNvSpPr>
            <a:spLocks noGrp="1"/>
          </p:cNvSpPr>
          <p:nvPr>
            <p:ph idx="1"/>
          </p:nvPr>
        </p:nvSpPr>
        <p:spPr>
          <a:xfrm>
            <a:off x="838200" y="1825625"/>
            <a:ext cx="10764795" cy="4351338"/>
          </a:xfrm>
        </p:spPr>
        <p:txBody>
          <a:bodyPr/>
          <a:lstStyle/>
          <a:p>
            <a:pPr marL="0" indent="0">
              <a:buNone/>
            </a:pPr>
            <a:r>
              <a:rPr lang="en-US" dirty="0"/>
              <a:t>We will shorten the analysis stage today, let’s focus just on the user stories.</a:t>
            </a:r>
          </a:p>
          <a:p>
            <a:pPr marL="0" indent="0">
              <a:buNone/>
            </a:pPr>
            <a:r>
              <a:rPr lang="en-US" dirty="0"/>
              <a:t>Let’s write them one person at a time. Keep them detailed: </a:t>
            </a:r>
          </a:p>
          <a:p>
            <a:pPr marL="0" indent="0">
              <a:buNone/>
            </a:pPr>
            <a:r>
              <a:rPr lang="en-US" sz="2000" dirty="0"/>
              <a:t>Good example: I click the “render” button at the bottom of the interface, and the image is rendered on top of the button in color with a brightness slider to the right”.</a:t>
            </a:r>
          </a:p>
          <a:p>
            <a:pPr marL="0" indent="0">
              <a:buNone/>
            </a:pPr>
            <a:r>
              <a:rPr lang="en-US" sz="2000" dirty="0"/>
              <a:t>Bad example: I click render and can see the image and adjust the brightness.</a:t>
            </a:r>
          </a:p>
        </p:txBody>
      </p:sp>
      <p:sp>
        <p:nvSpPr>
          <p:cNvPr id="4" name="TextBox 3">
            <a:extLst>
              <a:ext uri="{FF2B5EF4-FFF2-40B4-BE49-F238E27FC236}">
                <a16:creationId xmlns:a16="http://schemas.microsoft.com/office/drawing/2014/main" id="{7BEB9624-EEE8-228C-8660-1AF8CE7D93C5}"/>
              </a:ext>
            </a:extLst>
          </p:cNvPr>
          <p:cNvSpPr txBox="1"/>
          <p:nvPr/>
        </p:nvSpPr>
        <p:spPr>
          <a:xfrm>
            <a:off x="838200" y="4557574"/>
            <a:ext cx="10962503" cy="1754326"/>
          </a:xfrm>
          <a:prstGeom prst="rect">
            <a:avLst/>
          </a:prstGeom>
          <a:noFill/>
        </p:spPr>
        <p:txBody>
          <a:bodyPr wrap="square" rtlCol="0">
            <a:spAutoFit/>
          </a:bodyPr>
          <a:lstStyle/>
          <a:p>
            <a:r>
              <a:rPr lang="en-US" b="1" dirty="0"/>
              <a:t>If you want to include more details here:</a:t>
            </a:r>
          </a:p>
          <a:p>
            <a:r>
              <a:rPr lang="en-US" dirty="0"/>
              <a:t>What performance, reliability, security, etc. are required?  </a:t>
            </a:r>
            <a:r>
              <a:rPr lang="en-US" dirty="0">
                <a:sym typeface="Wingdings" pitchFamily="2" charset="2"/>
              </a:rPr>
              <a:t> known as non-functional requirements </a:t>
            </a:r>
            <a:endParaRPr lang="en-US" dirty="0"/>
          </a:p>
          <a:p>
            <a:r>
              <a:rPr lang="en-US" dirty="0"/>
              <a:t>What data is needed, produced, and stored?</a:t>
            </a:r>
          </a:p>
          <a:p>
            <a:r>
              <a:rPr lang="en-US" dirty="0"/>
              <a:t>What other systems or components are involved?</a:t>
            </a:r>
          </a:p>
          <a:p>
            <a:r>
              <a:rPr lang="en-US" dirty="0"/>
              <a:t>What technical, organizational, or regulatory limits apply?</a:t>
            </a:r>
          </a:p>
          <a:p>
            <a:pPr lvl="0"/>
            <a:r>
              <a:rPr lang="en-US" dirty="0"/>
              <a:t>What functions and behaviors are needed?  </a:t>
            </a:r>
            <a:r>
              <a:rPr lang="en-US" dirty="0">
                <a:sym typeface="Wingdings" pitchFamily="2" charset="2"/>
              </a:rPr>
              <a:t> known as functional requirements </a:t>
            </a:r>
            <a:endParaRPr lang="en-US" dirty="0"/>
          </a:p>
        </p:txBody>
      </p:sp>
    </p:spTree>
    <p:extLst>
      <p:ext uri="{BB962C8B-B14F-4D97-AF65-F5344CB8AC3E}">
        <p14:creationId xmlns:p14="http://schemas.microsoft.com/office/powerpoint/2010/main" val="1650728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79A09-4739-5874-F97F-F164C1ECB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3751AD-6B43-6BA2-4267-9EAE4D9036B5}"/>
              </a:ext>
            </a:extLst>
          </p:cNvPr>
          <p:cNvSpPr>
            <a:spLocks noGrp="1"/>
          </p:cNvSpPr>
          <p:nvPr>
            <p:ph type="title"/>
          </p:nvPr>
        </p:nvSpPr>
        <p:spPr/>
        <p:txBody>
          <a:bodyPr/>
          <a:lstStyle/>
          <a:p>
            <a:r>
              <a:rPr lang="en-US" dirty="0"/>
              <a:t>Design – tech stack</a:t>
            </a:r>
          </a:p>
        </p:txBody>
      </p:sp>
      <p:sp>
        <p:nvSpPr>
          <p:cNvPr id="3" name="Content Placeholder 2">
            <a:extLst>
              <a:ext uri="{FF2B5EF4-FFF2-40B4-BE49-F238E27FC236}">
                <a16:creationId xmlns:a16="http://schemas.microsoft.com/office/drawing/2014/main" id="{AF8A8254-BE80-995B-4E06-13DEB51780F7}"/>
              </a:ext>
            </a:extLst>
          </p:cNvPr>
          <p:cNvSpPr>
            <a:spLocks noGrp="1"/>
          </p:cNvSpPr>
          <p:nvPr>
            <p:ph idx="1"/>
          </p:nvPr>
        </p:nvSpPr>
        <p:spPr>
          <a:xfrm>
            <a:off x="838200" y="1825625"/>
            <a:ext cx="10764795" cy="4351338"/>
          </a:xfrm>
        </p:spPr>
        <p:txBody>
          <a:bodyPr>
            <a:normAutofit fontScale="77500" lnSpcReduction="20000"/>
          </a:bodyPr>
          <a:lstStyle/>
          <a:p>
            <a:pPr marL="0" indent="0">
              <a:buNone/>
            </a:pPr>
            <a:r>
              <a:rPr lang="en-US" sz="3200" dirty="0"/>
              <a:t>Drop your </a:t>
            </a:r>
            <a:r>
              <a:rPr lang="en-US" sz="3200" dirty="0" err="1"/>
              <a:t>SPEC.md</a:t>
            </a:r>
            <a:r>
              <a:rPr lang="en-US" sz="3200" dirty="0"/>
              <a:t> into an agent, and ask it:</a:t>
            </a:r>
          </a:p>
          <a:p>
            <a:r>
              <a:rPr lang="en-US" sz="3200" dirty="0"/>
              <a:t>Which coding frameworks can be used to achieve this (frontend, backend)?</a:t>
            </a:r>
          </a:p>
          <a:p>
            <a:r>
              <a:rPr lang="en-US" sz="3200" dirty="0"/>
              <a:t>What are the considerations for each of the frameworks. What are the limitations? </a:t>
            </a:r>
          </a:p>
          <a:p>
            <a:r>
              <a:rPr lang="en-US" sz="3200" dirty="0"/>
              <a:t>What is the best pipeline for testing and creating this software with you if my coding expertise is [your coding expertise]?</a:t>
            </a:r>
          </a:p>
          <a:p>
            <a:r>
              <a:rPr lang="en-US" sz="3200" dirty="0"/>
              <a:t>Which framework would you recommend, and why?</a:t>
            </a:r>
          </a:p>
          <a:p>
            <a:endParaRPr lang="en-US" sz="3200" dirty="0"/>
          </a:p>
          <a:p>
            <a:endParaRPr lang="en-US" sz="3200" dirty="0"/>
          </a:p>
          <a:p>
            <a:pPr marL="0" indent="0">
              <a:buNone/>
            </a:pPr>
            <a:r>
              <a:rPr lang="en-US" sz="3200" u="sng" dirty="0"/>
              <a:t>Do not let the agent implement JavaScript or Python or [your language of choice] from scratch! Use a framework!</a:t>
            </a:r>
          </a:p>
        </p:txBody>
      </p:sp>
    </p:spTree>
    <p:extLst>
      <p:ext uri="{BB962C8B-B14F-4D97-AF65-F5344CB8AC3E}">
        <p14:creationId xmlns:p14="http://schemas.microsoft.com/office/powerpoint/2010/main" val="45062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B8F83-EAD7-F5A9-AB27-B49B9D2EFD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4D3114-38ED-BBA4-AB65-09BC176A5881}"/>
              </a:ext>
            </a:extLst>
          </p:cNvPr>
          <p:cNvSpPr>
            <a:spLocks noGrp="1"/>
          </p:cNvSpPr>
          <p:nvPr>
            <p:ph type="title"/>
          </p:nvPr>
        </p:nvSpPr>
        <p:spPr/>
        <p:txBody>
          <a:bodyPr/>
          <a:lstStyle/>
          <a:p>
            <a:r>
              <a:rPr lang="en-US" dirty="0"/>
              <a:t>Design</a:t>
            </a:r>
          </a:p>
        </p:txBody>
      </p:sp>
      <p:sp>
        <p:nvSpPr>
          <p:cNvPr id="3" name="Content Placeholder 2">
            <a:extLst>
              <a:ext uri="{FF2B5EF4-FFF2-40B4-BE49-F238E27FC236}">
                <a16:creationId xmlns:a16="http://schemas.microsoft.com/office/drawing/2014/main" id="{6EBAD20E-065E-1B9B-1C45-E43EB547E1CD}"/>
              </a:ext>
            </a:extLst>
          </p:cNvPr>
          <p:cNvSpPr>
            <a:spLocks noGrp="1"/>
          </p:cNvSpPr>
          <p:nvPr>
            <p:ph idx="1"/>
          </p:nvPr>
        </p:nvSpPr>
        <p:spPr>
          <a:xfrm>
            <a:off x="838200" y="1825625"/>
            <a:ext cx="10764795" cy="4351338"/>
          </a:xfrm>
        </p:spPr>
        <p:txBody>
          <a:bodyPr>
            <a:normAutofit/>
          </a:bodyPr>
          <a:lstStyle/>
          <a:p>
            <a:pPr marL="0" indent="0">
              <a:buNone/>
            </a:pPr>
            <a:r>
              <a:rPr lang="en-US" sz="3200" dirty="0"/>
              <a:t>Give it a read and decide on:</a:t>
            </a:r>
          </a:p>
          <a:p>
            <a:r>
              <a:rPr lang="en-US" sz="3200" dirty="0"/>
              <a:t>your frontend and backend frameworks (if they apply),</a:t>
            </a:r>
          </a:p>
          <a:p>
            <a:r>
              <a:rPr lang="en-US" sz="3200" dirty="0"/>
              <a:t>your UI/UX frameworks (if they apply),</a:t>
            </a:r>
          </a:p>
          <a:p>
            <a:r>
              <a:rPr lang="en-US" sz="3200" dirty="0"/>
              <a:t>your testing setup, </a:t>
            </a:r>
          </a:p>
          <a:p>
            <a:r>
              <a:rPr lang="en-US" sz="3200" dirty="0"/>
              <a:t>your build and deployment setup.</a:t>
            </a:r>
          </a:p>
          <a:p>
            <a:pPr marL="0" indent="0">
              <a:buNone/>
            </a:pPr>
            <a:endParaRPr lang="en-US" sz="3200" dirty="0"/>
          </a:p>
        </p:txBody>
      </p:sp>
    </p:spTree>
    <p:extLst>
      <p:ext uri="{BB962C8B-B14F-4D97-AF65-F5344CB8AC3E}">
        <p14:creationId xmlns:p14="http://schemas.microsoft.com/office/powerpoint/2010/main" val="3076484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60FCA-A6D9-B3CE-56B1-B4DC0670FE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8D4F1-1183-69B3-EF98-B2025323F462}"/>
              </a:ext>
            </a:extLst>
          </p:cNvPr>
          <p:cNvSpPr>
            <a:spLocks noGrp="1"/>
          </p:cNvSpPr>
          <p:nvPr>
            <p:ph type="title"/>
          </p:nvPr>
        </p:nvSpPr>
        <p:spPr/>
        <p:txBody>
          <a:bodyPr/>
          <a:lstStyle/>
          <a:p>
            <a:r>
              <a:rPr lang="en-US" dirty="0"/>
              <a:t>Design (part of </a:t>
            </a:r>
            <a:r>
              <a:rPr lang="en-US" dirty="0" err="1"/>
              <a:t>spec.md</a:t>
            </a:r>
            <a:r>
              <a:rPr lang="en-US" dirty="0"/>
              <a:t>)</a:t>
            </a:r>
          </a:p>
        </p:txBody>
      </p:sp>
      <p:sp>
        <p:nvSpPr>
          <p:cNvPr id="7" name="TextBox 6">
            <a:extLst>
              <a:ext uri="{FF2B5EF4-FFF2-40B4-BE49-F238E27FC236}">
                <a16:creationId xmlns:a16="http://schemas.microsoft.com/office/drawing/2014/main" id="{E4C8DB89-016E-D9CA-E4C1-3648DFDC11AA}"/>
              </a:ext>
            </a:extLst>
          </p:cNvPr>
          <p:cNvSpPr txBox="1"/>
          <p:nvPr/>
        </p:nvSpPr>
        <p:spPr>
          <a:xfrm>
            <a:off x="838199" y="1651430"/>
            <a:ext cx="8293443" cy="4093428"/>
          </a:xfrm>
          <a:prstGeom prst="rect">
            <a:avLst/>
          </a:prstGeom>
          <a:noFill/>
        </p:spPr>
        <p:txBody>
          <a:bodyPr wrap="square">
            <a:spAutoFit/>
          </a:bodyPr>
          <a:lstStyle/>
          <a:p>
            <a:r>
              <a:rPr lang="en-US" sz="2000" dirty="0"/>
              <a:t>## Technical Stack</a:t>
            </a:r>
          </a:p>
          <a:p>
            <a:r>
              <a:rPr lang="en-US" sz="2000" dirty="0"/>
              <a:t>### Frontend</a:t>
            </a:r>
          </a:p>
          <a:p>
            <a:r>
              <a:rPr lang="en-US" sz="2000" dirty="0" err="1"/>
              <a:t>Next.js</a:t>
            </a:r>
            <a:endParaRPr lang="en-US" sz="2000" dirty="0"/>
          </a:p>
          <a:p>
            <a:r>
              <a:rPr lang="en-US" sz="2000" dirty="0"/>
              <a:t>### Backend</a:t>
            </a:r>
          </a:p>
          <a:p>
            <a:r>
              <a:rPr lang="en-US" sz="2000" dirty="0" err="1"/>
              <a:t>FastAPI</a:t>
            </a:r>
            <a:endParaRPr lang="en-US" sz="2000" dirty="0"/>
          </a:p>
          <a:p>
            <a:r>
              <a:rPr lang="en-US" sz="2000" dirty="0"/>
              <a:t>### UI/UX</a:t>
            </a:r>
          </a:p>
          <a:p>
            <a:r>
              <a:rPr lang="en-US" sz="2000" dirty="0"/>
              <a:t>Tailwind CSS + component library – material tailwind</a:t>
            </a:r>
          </a:p>
          <a:p>
            <a:r>
              <a:rPr lang="en-US" sz="2000" dirty="0"/>
              <a:t>### Testing</a:t>
            </a:r>
          </a:p>
          <a:p>
            <a:r>
              <a:rPr lang="en-US" sz="2000" dirty="0" err="1"/>
              <a:t>Pytest</a:t>
            </a:r>
            <a:r>
              <a:rPr lang="en-US" sz="2000" dirty="0"/>
              <a:t>– no end-to-end tests here</a:t>
            </a:r>
          </a:p>
          <a:p>
            <a:r>
              <a:rPr lang="en-US" sz="2000" dirty="0"/>
              <a:t>### Build</a:t>
            </a:r>
          </a:p>
          <a:p>
            <a:r>
              <a:rPr lang="en-US" sz="2000" dirty="0"/>
              <a:t>Local – no docker or other containers for this prototype</a:t>
            </a:r>
          </a:p>
          <a:p>
            <a:r>
              <a:rPr lang="en-US" sz="2000" dirty="0"/>
              <a:t>### Deployment</a:t>
            </a:r>
          </a:p>
          <a:p>
            <a:r>
              <a:rPr lang="en-US" sz="2000" dirty="0"/>
              <a:t>Local </a:t>
            </a:r>
          </a:p>
        </p:txBody>
      </p:sp>
    </p:spTree>
    <p:extLst>
      <p:ext uri="{BB962C8B-B14F-4D97-AF65-F5344CB8AC3E}">
        <p14:creationId xmlns:p14="http://schemas.microsoft.com/office/powerpoint/2010/main" val="1266315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B8900-765C-486D-AED5-F300DF394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E8504-8187-D162-2661-564C845B9C77}"/>
              </a:ext>
            </a:extLst>
          </p:cNvPr>
          <p:cNvSpPr>
            <a:spLocks noGrp="1"/>
          </p:cNvSpPr>
          <p:nvPr>
            <p:ph type="title"/>
          </p:nvPr>
        </p:nvSpPr>
        <p:spPr/>
        <p:txBody>
          <a:bodyPr/>
          <a:lstStyle/>
          <a:p>
            <a:r>
              <a:rPr lang="en-US" dirty="0"/>
              <a:t>Design (part of </a:t>
            </a:r>
            <a:r>
              <a:rPr lang="en-US" dirty="0" err="1"/>
              <a:t>spec.md</a:t>
            </a:r>
            <a:r>
              <a:rPr lang="en-US" dirty="0"/>
              <a:t>)</a:t>
            </a:r>
          </a:p>
        </p:txBody>
      </p:sp>
      <p:sp>
        <p:nvSpPr>
          <p:cNvPr id="7" name="TextBox 6">
            <a:extLst>
              <a:ext uri="{FF2B5EF4-FFF2-40B4-BE49-F238E27FC236}">
                <a16:creationId xmlns:a16="http://schemas.microsoft.com/office/drawing/2014/main" id="{C3DBE162-DC25-5142-A937-FCC61406845B}"/>
              </a:ext>
            </a:extLst>
          </p:cNvPr>
          <p:cNvSpPr txBox="1"/>
          <p:nvPr/>
        </p:nvSpPr>
        <p:spPr>
          <a:xfrm>
            <a:off x="838199" y="1651430"/>
            <a:ext cx="8293443" cy="5940088"/>
          </a:xfrm>
          <a:prstGeom prst="rect">
            <a:avLst/>
          </a:prstGeom>
          <a:noFill/>
        </p:spPr>
        <p:txBody>
          <a:bodyPr wrap="square">
            <a:spAutoFit/>
          </a:bodyPr>
          <a:lstStyle/>
          <a:p>
            <a:r>
              <a:rPr lang="en-US" sz="2000" dirty="0"/>
              <a:t>## Development framework</a:t>
            </a:r>
          </a:p>
          <a:p>
            <a:r>
              <a:rPr lang="en-US" sz="2000" dirty="0"/>
              <a:t>Use the waterfall model for this software and implement everything end-to-end.</a:t>
            </a:r>
          </a:p>
          <a:p>
            <a:endParaRPr lang="en-US" sz="2000" dirty="0"/>
          </a:p>
          <a:p>
            <a:r>
              <a:rPr lang="en-US" sz="2000" dirty="0"/>
              <a:t>OR</a:t>
            </a:r>
          </a:p>
          <a:p>
            <a:endParaRPr lang="en-US" sz="2000" dirty="0"/>
          </a:p>
          <a:p>
            <a:r>
              <a:rPr lang="en-US" sz="2000" dirty="0"/>
              <a:t>## Development framework</a:t>
            </a:r>
          </a:p>
          <a:p>
            <a:r>
              <a:rPr lang="en-US" sz="2000" dirty="0"/>
              <a:t>Use an agile for this software and include me in feedback loops often. Implement one feature at a time.</a:t>
            </a:r>
          </a:p>
          <a:p>
            <a:endParaRPr lang="en-US" sz="2000" dirty="0"/>
          </a:p>
          <a:p>
            <a:r>
              <a:rPr lang="en-US" sz="2000" dirty="0"/>
              <a:t>OR</a:t>
            </a:r>
          </a:p>
          <a:p>
            <a:endParaRPr lang="en-US" sz="2000" dirty="0"/>
          </a:p>
          <a:p>
            <a:r>
              <a:rPr lang="en-US" sz="2000" dirty="0"/>
              <a:t>## Development framework</a:t>
            </a:r>
          </a:p>
          <a:p>
            <a:r>
              <a:rPr lang="en-US" sz="2000" dirty="0"/>
              <a:t>Use the RAD model, deliver the first working prototype as soon as possible.</a:t>
            </a:r>
          </a:p>
          <a:p>
            <a:endParaRPr lang="en-US" sz="2000" dirty="0"/>
          </a:p>
          <a:p>
            <a:endParaRPr lang="en-US" sz="2000" dirty="0"/>
          </a:p>
          <a:p>
            <a:endParaRPr lang="en-US" sz="2000" dirty="0"/>
          </a:p>
          <a:p>
            <a:endParaRPr lang="en-US" sz="2000" dirty="0"/>
          </a:p>
        </p:txBody>
      </p:sp>
    </p:spTree>
    <p:extLst>
      <p:ext uri="{BB962C8B-B14F-4D97-AF65-F5344CB8AC3E}">
        <p14:creationId xmlns:p14="http://schemas.microsoft.com/office/powerpoint/2010/main" val="3041812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0642F-CF53-94A0-FEBC-7AE3B61B15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01A91C-F0B2-C411-6A48-2A912E4D3811}"/>
              </a:ext>
            </a:extLst>
          </p:cNvPr>
          <p:cNvSpPr>
            <a:spLocks noGrp="1"/>
          </p:cNvSpPr>
          <p:nvPr>
            <p:ph type="title"/>
          </p:nvPr>
        </p:nvSpPr>
        <p:spPr/>
        <p:txBody>
          <a:bodyPr>
            <a:normAutofit fontScale="90000"/>
          </a:bodyPr>
          <a:lstStyle/>
          <a:p>
            <a:r>
              <a:rPr lang="en-US" dirty="0"/>
              <a:t>How to split your work if the agent does the coding?</a:t>
            </a:r>
          </a:p>
        </p:txBody>
      </p:sp>
      <p:sp>
        <p:nvSpPr>
          <p:cNvPr id="7" name="TextBox 6">
            <a:extLst>
              <a:ext uri="{FF2B5EF4-FFF2-40B4-BE49-F238E27FC236}">
                <a16:creationId xmlns:a16="http://schemas.microsoft.com/office/drawing/2014/main" id="{24DE4876-213A-E707-5E90-6D8161D342D6}"/>
              </a:ext>
            </a:extLst>
          </p:cNvPr>
          <p:cNvSpPr txBox="1"/>
          <p:nvPr/>
        </p:nvSpPr>
        <p:spPr>
          <a:xfrm>
            <a:off x="838200" y="1690688"/>
            <a:ext cx="10764795" cy="5078313"/>
          </a:xfrm>
          <a:prstGeom prst="rect">
            <a:avLst/>
          </a:prstGeom>
          <a:noFill/>
        </p:spPr>
        <p:txBody>
          <a:bodyPr wrap="square">
            <a:spAutoFit/>
          </a:bodyPr>
          <a:lstStyle/>
          <a:p>
            <a:r>
              <a:rPr lang="en-US" sz="2400" b="1" dirty="0"/>
              <a:t>Team Collaboration</a:t>
            </a:r>
          </a:p>
          <a:p>
            <a:pPr marL="342900" lvl="0" indent="-342900">
              <a:buFont typeface="Arial" panose="020B0604020202020204" pitchFamily="34" charset="0"/>
              <a:buChar char="•"/>
            </a:pPr>
            <a:r>
              <a:rPr lang="en-US" sz="2400" dirty="0"/>
              <a:t>Create a GitHub repository and upload your </a:t>
            </a:r>
            <a:r>
              <a:rPr lang="en-US" sz="2400" dirty="0" err="1"/>
              <a:t>SPEC.md</a:t>
            </a:r>
            <a:r>
              <a:rPr lang="en-US" sz="2400" dirty="0"/>
              <a:t> (and other relevant files) there.</a:t>
            </a:r>
          </a:p>
          <a:p>
            <a:pPr marL="342900" lvl="0" indent="-342900">
              <a:buFont typeface="Arial" panose="020B0604020202020204" pitchFamily="34" charset="0"/>
              <a:buChar char="•"/>
            </a:pPr>
            <a:r>
              <a:rPr lang="en-US" sz="2400" dirty="0"/>
              <a:t>Keep a </a:t>
            </a:r>
            <a:r>
              <a:rPr lang="en-US" sz="2400" dirty="0" err="1"/>
              <a:t>TODO.md</a:t>
            </a:r>
            <a:r>
              <a:rPr lang="en-US" sz="2400" dirty="0"/>
              <a:t> in the repository.</a:t>
            </a:r>
          </a:p>
          <a:p>
            <a:pPr marL="342900" lvl="0" indent="-342900">
              <a:buFont typeface="Arial" panose="020B0604020202020204" pitchFamily="34" charset="0"/>
              <a:buChar char="•"/>
            </a:pPr>
            <a:r>
              <a:rPr lang="en-US" sz="2400" dirty="0"/>
              <a:t>Continuously test the app while the agent is developing it.</a:t>
            </a:r>
          </a:p>
          <a:p>
            <a:pPr marL="342900" lvl="0" indent="-342900">
              <a:buFont typeface="Arial" panose="020B0604020202020204" pitchFamily="34" charset="0"/>
              <a:buChar char="•"/>
            </a:pPr>
            <a:r>
              <a:rPr lang="en-US" sz="2400" dirty="0"/>
              <a:t>Add bugs, requests, and observations to </a:t>
            </a:r>
            <a:r>
              <a:rPr lang="en-US" sz="2400" dirty="0" err="1"/>
              <a:t>TODO.md</a:t>
            </a:r>
            <a:r>
              <a:rPr lang="en-US" sz="2400" dirty="0"/>
              <a:t>.</a:t>
            </a:r>
          </a:p>
          <a:p>
            <a:pPr marL="342900" lvl="0" indent="-342900">
              <a:buFont typeface="Arial" panose="020B0604020202020204" pitchFamily="34" charset="0"/>
              <a:buChar char="•"/>
            </a:pPr>
            <a:r>
              <a:rPr lang="en-US" sz="2400" dirty="0"/>
              <a:t>For larger teams, use one TODO file per person, e.g. </a:t>
            </a:r>
            <a:r>
              <a:rPr lang="en-US" sz="2400" dirty="0" err="1"/>
              <a:t>TODO_Matthias.md</a:t>
            </a:r>
            <a:r>
              <a:rPr lang="en-US" sz="2400" dirty="0"/>
              <a:t>, </a:t>
            </a:r>
            <a:r>
              <a:rPr lang="en-US" sz="2400" dirty="0" err="1"/>
              <a:t>TODO_Mike.md</a:t>
            </a:r>
            <a:r>
              <a:rPr lang="en-US" sz="2400" dirty="0"/>
              <a:t> </a:t>
            </a:r>
            <a:r>
              <a:rPr lang="en-US" sz="2400" dirty="0">
                <a:sym typeface="Wingdings" pitchFamily="2" charset="2"/>
              </a:rPr>
              <a:t> No git? No problem! Just send your files to the person running the agent.</a:t>
            </a:r>
          </a:p>
          <a:p>
            <a:pPr lvl="0"/>
            <a:endParaRPr lang="en-US" sz="2400" dirty="0"/>
          </a:p>
          <a:p>
            <a:r>
              <a:rPr lang="en-US" sz="2400" dirty="0"/>
              <a:t>Tell the agent (in </a:t>
            </a:r>
            <a:r>
              <a:rPr lang="en-US" sz="2400" dirty="0" err="1"/>
              <a:t>SPEC.md</a:t>
            </a:r>
            <a:r>
              <a:rPr lang="en-US" sz="2400" dirty="0"/>
              <a:t>):</a:t>
            </a:r>
          </a:p>
          <a:p>
            <a:r>
              <a:rPr lang="en-US" sz="2000" dirty="0"/>
              <a:t>“Team members will add requests and bugs to the TODO files in this repository. Check them after each major change. When you find new items, address them where appropriate. Do not modify the TODO files, keep your own </a:t>
            </a:r>
            <a:r>
              <a:rPr lang="en-US" sz="2000" dirty="0" err="1"/>
              <a:t>DONE.md</a:t>
            </a:r>
            <a:r>
              <a:rPr lang="en-US" sz="2000" dirty="0"/>
              <a:t> to mark finished tasks.”</a:t>
            </a:r>
          </a:p>
        </p:txBody>
      </p:sp>
    </p:spTree>
    <p:extLst>
      <p:ext uri="{BB962C8B-B14F-4D97-AF65-F5344CB8AC3E}">
        <p14:creationId xmlns:p14="http://schemas.microsoft.com/office/powerpoint/2010/main" val="3717318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A420F-02EA-4543-24A4-BF8C69722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E20A3-8D71-DA41-42A5-B8D1259542BE}"/>
              </a:ext>
            </a:extLst>
          </p:cNvPr>
          <p:cNvSpPr>
            <a:spLocks noGrp="1"/>
          </p:cNvSpPr>
          <p:nvPr>
            <p:ph type="title"/>
          </p:nvPr>
        </p:nvSpPr>
        <p:spPr/>
        <p:txBody>
          <a:bodyPr/>
          <a:lstStyle/>
          <a:p>
            <a:r>
              <a:rPr lang="en-US" dirty="0"/>
              <a:t>Before you start building</a:t>
            </a:r>
          </a:p>
        </p:txBody>
      </p:sp>
      <p:sp>
        <p:nvSpPr>
          <p:cNvPr id="7" name="TextBox 6">
            <a:extLst>
              <a:ext uri="{FF2B5EF4-FFF2-40B4-BE49-F238E27FC236}">
                <a16:creationId xmlns:a16="http://schemas.microsoft.com/office/drawing/2014/main" id="{E21F9ADB-DA5D-0CB3-50B4-4C4E717C9F19}"/>
              </a:ext>
            </a:extLst>
          </p:cNvPr>
          <p:cNvSpPr txBox="1"/>
          <p:nvPr/>
        </p:nvSpPr>
        <p:spPr>
          <a:xfrm>
            <a:off x="838199" y="1651430"/>
            <a:ext cx="7650893" cy="1938992"/>
          </a:xfrm>
          <a:prstGeom prst="rect">
            <a:avLst/>
          </a:prstGeom>
          <a:noFill/>
        </p:spPr>
        <p:txBody>
          <a:bodyPr wrap="square">
            <a:spAutoFit/>
          </a:bodyPr>
          <a:lstStyle/>
          <a:p>
            <a:r>
              <a:rPr lang="en-US" sz="2400" dirty="0"/>
              <a:t>Take your finished </a:t>
            </a:r>
            <a:r>
              <a:rPr lang="en-US" sz="2400" dirty="0" err="1"/>
              <a:t>SPEC.md</a:t>
            </a:r>
            <a:r>
              <a:rPr lang="en-US" sz="2400" dirty="0"/>
              <a:t> to your agent, ask it to read it and ask it </a:t>
            </a:r>
            <a:r>
              <a:rPr lang="en-US" sz="2400" b="1" dirty="0"/>
              <a:t>to ask you any questions which would clarify anything about the project which is yet unclear. </a:t>
            </a:r>
            <a:r>
              <a:rPr lang="en-US" sz="2400" dirty="0"/>
              <a:t> </a:t>
            </a:r>
          </a:p>
          <a:p>
            <a:endParaRPr lang="en-US" sz="2400" dirty="0"/>
          </a:p>
          <a:p>
            <a:endParaRPr lang="en-US" sz="2400" dirty="0"/>
          </a:p>
        </p:txBody>
      </p:sp>
    </p:spTree>
    <p:extLst>
      <p:ext uri="{BB962C8B-B14F-4D97-AF65-F5344CB8AC3E}">
        <p14:creationId xmlns:p14="http://schemas.microsoft.com/office/powerpoint/2010/main" val="1486610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9B530-C41A-79E9-191E-57C8EA90E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13562-B61A-6EC5-721F-45660C0EE261}"/>
              </a:ext>
            </a:extLst>
          </p:cNvPr>
          <p:cNvSpPr>
            <a:spLocks noGrp="1"/>
          </p:cNvSpPr>
          <p:nvPr>
            <p:ph type="title"/>
          </p:nvPr>
        </p:nvSpPr>
        <p:spPr/>
        <p:txBody>
          <a:bodyPr/>
          <a:lstStyle/>
          <a:p>
            <a:r>
              <a:rPr lang="en-US" dirty="0"/>
              <a:t>OUR TIP</a:t>
            </a:r>
          </a:p>
        </p:txBody>
      </p:sp>
      <p:sp>
        <p:nvSpPr>
          <p:cNvPr id="7" name="TextBox 6">
            <a:extLst>
              <a:ext uri="{FF2B5EF4-FFF2-40B4-BE49-F238E27FC236}">
                <a16:creationId xmlns:a16="http://schemas.microsoft.com/office/drawing/2014/main" id="{4AEF9E61-E2DB-1649-DAC4-C961B0834658}"/>
              </a:ext>
            </a:extLst>
          </p:cNvPr>
          <p:cNvSpPr txBox="1"/>
          <p:nvPr/>
        </p:nvSpPr>
        <p:spPr>
          <a:xfrm>
            <a:off x="838199" y="1651430"/>
            <a:ext cx="10764796" cy="2554545"/>
          </a:xfrm>
          <a:prstGeom prst="rect">
            <a:avLst/>
          </a:prstGeom>
          <a:noFill/>
        </p:spPr>
        <p:txBody>
          <a:bodyPr wrap="square">
            <a:spAutoFit/>
          </a:bodyPr>
          <a:lstStyle/>
          <a:p>
            <a:r>
              <a:rPr lang="en-US" sz="2000" dirty="0"/>
              <a:t>Whenever possible, use Test-Driven-Development (TDD). Ask the agent to write tests first, and only then proceed with writing the software. Without end-to-end tests, this might be difficult for web apps, but the core functions can still usually be tested with unit tests.</a:t>
            </a:r>
          </a:p>
          <a:p>
            <a:endParaRPr lang="en-US" sz="2000" dirty="0"/>
          </a:p>
          <a:p>
            <a:r>
              <a:rPr lang="en-US" sz="2000" dirty="0"/>
              <a:t>An idea for this workshop:</a:t>
            </a:r>
          </a:p>
          <a:p>
            <a:r>
              <a:rPr lang="en-US" sz="2000" dirty="0"/>
              <a:t>“Start with a TDD setup, write tests which do not require a long time to run but will verify the core logic. Run the tests and verify that they fail. Do not use end-to-end tests which require long runtimes. Aim for a high test coverage”.</a:t>
            </a:r>
          </a:p>
        </p:txBody>
      </p:sp>
    </p:spTree>
    <p:extLst>
      <p:ext uri="{BB962C8B-B14F-4D97-AF65-F5344CB8AC3E}">
        <p14:creationId xmlns:p14="http://schemas.microsoft.com/office/powerpoint/2010/main" val="2024705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8364C-4A2C-54D3-1AB6-069F3708A4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BB435-316D-DC03-615A-0661F1D62639}"/>
              </a:ext>
            </a:extLst>
          </p:cNvPr>
          <p:cNvSpPr>
            <a:spLocks noGrp="1"/>
          </p:cNvSpPr>
          <p:nvPr>
            <p:ph type="title"/>
          </p:nvPr>
        </p:nvSpPr>
        <p:spPr/>
        <p:txBody>
          <a:bodyPr/>
          <a:lstStyle/>
          <a:p>
            <a:r>
              <a:rPr lang="en-US" dirty="0"/>
              <a:t>Time to press play!</a:t>
            </a:r>
          </a:p>
        </p:txBody>
      </p:sp>
      <p:sp>
        <p:nvSpPr>
          <p:cNvPr id="7" name="TextBox 6">
            <a:extLst>
              <a:ext uri="{FF2B5EF4-FFF2-40B4-BE49-F238E27FC236}">
                <a16:creationId xmlns:a16="http://schemas.microsoft.com/office/drawing/2014/main" id="{FB5A4CC8-C82F-58A8-0BB5-751B9C1B3BC2}"/>
              </a:ext>
            </a:extLst>
          </p:cNvPr>
          <p:cNvSpPr txBox="1"/>
          <p:nvPr/>
        </p:nvSpPr>
        <p:spPr>
          <a:xfrm>
            <a:off x="838199" y="1651430"/>
            <a:ext cx="7650893" cy="3785652"/>
          </a:xfrm>
          <a:prstGeom prst="rect">
            <a:avLst/>
          </a:prstGeom>
          <a:noFill/>
        </p:spPr>
        <p:txBody>
          <a:bodyPr wrap="square">
            <a:spAutoFit/>
          </a:bodyPr>
          <a:lstStyle/>
          <a:p>
            <a:r>
              <a:rPr lang="en-US" sz="2400" dirty="0"/>
              <a:t>Take your finished </a:t>
            </a:r>
            <a:r>
              <a:rPr lang="en-US" sz="2400" dirty="0" err="1"/>
              <a:t>SPEC.md</a:t>
            </a:r>
            <a:r>
              <a:rPr lang="en-US" sz="2400" dirty="0"/>
              <a:t> to your agent, ask it to read it and ask it </a:t>
            </a:r>
            <a:r>
              <a:rPr lang="en-US" sz="2400" b="1" dirty="0"/>
              <a:t>to ask you any questions which would clarify anything about the project which is yet unclear. </a:t>
            </a:r>
            <a:r>
              <a:rPr lang="en-US" sz="2400" dirty="0"/>
              <a:t> </a:t>
            </a:r>
          </a:p>
          <a:p>
            <a:endParaRPr lang="en-US" sz="2400" dirty="0"/>
          </a:p>
          <a:p>
            <a:r>
              <a:rPr lang="en-US" sz="2400" dirty="0"/>
              <a:t>After the questions are answered, ask the agent to start working. You can put some relevant answers in a FAQ section of your </a:t>
            </a:r>
            <a:r>
              <a:rPr lang="en-US" sz="2400" dirty="0" err="1"/>
              <a:t>SPEC.md</a:t>
            </a:r>
            <a:r>
              <a:rPr lang="en-US" sz="2400" dirty="0"/>
              <a:t>, too.</a:t>
            </a:r>
          </a:p>
          <a:p>
            <a:endParaRPr lang="en-US" sz="2400" dirty="0"/>
          </a:p>
          <a:p>
            <a:r>
              <a:rPr lang="en-US" sz="2400" dirty="0"/>
              <a:t>You just learned spec-driven-development!</a:t>
            </a:r>
          </a:p>
          <a:p>
            <a:endParaRPr lang="en-US" sz="2400" dirty="0"/>
          </a:p>
        </p:txBody>
      </p:sp>
    </p:spTree>
    <p:extLst>
      <p:ext uri="{BB962C8B-B14F-4D97-AF65-F5344CB8AC3E}">
        <p14:creationId xmlns:p14="http://schemas.microsoft.com/office/powerpoint/2010/main" val="3825544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BF046-261B-8D56-63C8-BD88BD361A03}"/>
              </a:ext>
            </a:extLst>
          </p:cNvPr>
          <p:cNvSpPr>
            <a:spLocks noGrp="1"/>
          </p:cNvSpPr>
          <p:nvPr>
            <p:ph type="title"/>
          </p:nvPr>
        </p:nvSpPr>
        <p:spPr/>
        <p:txBody>
          <a:bodyPr/>
          <a:lstStyle/>
          <a:p>
            <a:r>
              <a:rPr lang="en-GB"/>
              <a:t>Questionnaire</a:t>
            </a:r>
          </a:p>
        </p:txBody>
      </p:sp>
      <p:sp>
        <p:nvSpPr>
          <p:cNvPr id="3" name="Content Placeholder 2">
            <a:extLst>
              <a:ext uri="{FF2B5EF4-FFF2-40B4-BE49-F238E27FC236}">
                <a16:creationId xmlns:a16="http://schemas.microsoft.com/office/drawing/2014/main" id="{AB4F779C-476F-51C2-E575-519505FA1B71}"/>
              </a:ext>
            </a:extLst>
          </p:cNvPr>
          <p:cNvSpPr>
            <a:spLocks noGrp="1"/>
          </p:cNvSpPr>
          <p:nvPr>
            <p:ph idx="1"/>
          </p:nvPr>
        </p:nvSpPr>
        <p:spPr/>
        <p:txBody>
          <a:bodyPr/>
          <a:lstStyle/>
          <a:p>
            <a:r>
              <a:rPr lang="en-GB"/>
              <a:t>Please take a couple of minutes to provide feedback</a:t>
            </a:r>
          </a:p>
        </p:txBody>
      </p:sp>
    </p:spTree>
    <p:extLst>
      <p:ext uri="{BB962C8B-B14F-4D97-AF65-F5344CB8AC3E}">
        <p14:creationId xmlns:p14="http://schemas.microsoft.com/office/powerpoint/2010/main" val="440814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CEBF7-BB0E-7E92-67E3-292227F60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24477-9948-D6DB-B327-807D9959E1EF}"/>
              </a:ext>
            </a:extLst>
          </p:cNvPr>
          <p:cNvSpPr>
            <a:spLocks noGrp="1"/>
          </p:cNvSpPr>
          <p:nvPr>
            <p:ph type="ctrTitle"/>
          </p:nvPr>
        </p:nvSpPr>
        <p:spPr/>
        <p:txBody>
          <a:bodyPr/>
          <a:lstStyle/>
          <a:p>
            <a:r>
              <a:rPr lang="en-US">
                <a:latin typeface="Hermann Bold"/>
              </a:rPr>
              <a:t>Thank you</a:t>
            </a:r>
            <a:endParaRPr lang="en-US"/>
          </a:p>
        </p:txBody>
      </p:sp>
    </p:spTree>
    <p:extLst>
      <p:ext uri="{BB962C8B-B14F-4D97-AF65-F5344CB8AC3E}">
        <p14:creationId xmlns:p14="http://schemas.microsoft.com/office/powerpoint/2010/main" val="1596371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2AF6C-77AC-0404-BE93-550CB49DA788}"/>
              </a:ext>
            </a:extLst>
          </p:cNvPr>
          <p:cNvSpPr>
            <a:spLocks noGrp="1"/>
          </p:cNvSpPr>
          <p:nvPr>
            <p:ph type="title"/>
          </p:nvPr>
        </p:nvSpPr>
        <p:spPr/>
        <p:txBody>
          <a:bodyPr/>
          <a:lstStyle/>
          <a:p>
            <a:r>
              <a:rPr lang="en-US" dirty="0">
                <a:latin typeface="Hermann Bold"/>
              </a:rPr>
              <a:t>Resources</a:t>
            </a:r>
            <a:endParaRPr lang="en-US" dirty="0"/>
          </a:p>
        </p:txBody>
      </p:sp>
      <p:sp>
        <p:nvSpPr>
          <p:cNvPr id="3" name="Content Placeholder 2">
            <a:extLst>
              <a:ext uri="{FF2B5EF4-FFF2-40B4-BE49-F238E27FC236}">
                <a16:creationId xmlns:a16="http://schemas.microsoft.com/office/drawing/2014/main" id="{C62F5EB8-569E-B1DF-A199-00BEF215F656}"/>
              </a:ext>
            </a:extLst>
          </p:cNvPr>
          <p:cNvSpPr>
            <a:spLocks noGrp="1"/>
          </p:cNvSpPr>
          <p:nvPr>
            <p:ph idx="1"/>
          </p:nvPr>
        </p:nvSpPr>
        <p:spPr/>
        <p:txBody>
          <a:bodyPr vert="horz" lIns="91440" tIns="45720" rIns="91440" bIns="45720" rtlCol="0" anchor="t">
            <a:normAutofit/>
          </a:bodyPr>
          <a:lstStyle/>
          <a:p>
            <a:r>
              <a:rPr lang="en-US" dirty="0">
                <a:latin typeface="Helmholtz Halvar Mittel Rg"/>
              </a:rPr>
              <a:t>Introductory slides : </a:t>
            </a:r>
            <a:r>
              <a:rPr lang="en-US" dirty="0">
                <a:latin typeface="Helmholtz Halvar Mittel Rg"/>
                <a:hlinkClick r:id="rId2"/>
              </a:rPr>
              <a:t>https://github.com/Helmholtz-AI-Matter/coding-assistants</a:t>
            </a:r>
            <a:endParaRPr lang="en-US"/>
          </a:p>
          <a:p>
            <a:r>
              <a:rPr lang="en-US" dirty="0">
                <a:latin typeface="Helmholtz Halvar Mittel Rg"/>
              </a:rPr>
              <a:t>Slides on hands-on session : </a:t>
            </a:r>
            <a:r>
              <a:rPr lang="en-US" dirty="0">
                <a:latin typeface="Helmholtz Halvar Mittel Rg"/>
                <a:hlinkClick r:id="rId3"/>
              </a:rPr>
              <a:t>https://github.com/HelmholtzAI-Consultants-Munich/agentic-coding-hands-on</a:t>
            </a:r>
            <a:endParaRPr lang="en-US" dirty="0"/>
          </a:p>
          <a:p>
            <a:r>
              <a:rPr lang="en-US" dirty="0">
                <a:latin typeface="Helmholtz Halvar Mittel Rg"/>
              </a:rPr>
              <a:t>Workshop page (shared with participants) : </a:t>
            </a:r>
            <a:r>
              <a:rPr lang="en-US" dirty="0">
                <a:latin typeface="Helmholtz Halvar Mittel Rg"/>
                <a:hlinkClick r:id="rId4"/>
              </a:rPr>
              <a:t>https://notes.desy.de/OZCosgehTVeEJWbqQ3quwg?view</a:t>
            </a:r>
            <a:endParaRPr lang="en-US"/>
          </a:p>
        </p:txBody>
      </p:sp>
    </p:spTree>
    <p:extLst>
      <p:ext uri="{BB962C8B-B14F-4D97-AF65-F5344CB8AC3E}">
        <p14:creationId xmlns:p14="http://schemas.microsoft.com/office/powerpoint/2010/main" val="59592465"/>
      </p:ext>
    </p:extLst>
  </p:cSld>
  <p:clrMapOvr>
    <a:masterClrMapping/>
  </p:clrMapOvr>
</p:sld>
</file>

<file path=ppt/theme/theme1.xml><?xml version="1.0" encoding="utf-8"?>
<a:theme xmlns:a="http://schemas.openxmlformats.org/drawingml/2006/main" name="Office Theme">
  <a:themeElements>
    <a:clrScheme name="HAI-24">
      <a:dk1>
        <a:srgbClr val="002764"/>
      </a:dk1>
      <a:lt1>
        <a:srgbClr val="FEFFFF"/>
      </a:lt1>
      <a:dk2>
        <a:srgbClr val="00E4B9"/>
      </a:dk2>
      <a:lt2>
        <a:srgbClr val="CBEEF9"/>
      </a:lt2>
      <a:accent1>
        <a:srgbClr val="10C5FF"/>
      </a:accent1>
      <a:accent2>
        <a:srgbClr val="EAFCFD"/>
      </a:accent2>
      <a:accent3>
        <a:srgbClr val="005AA0"/>
      </a:accent3>
      <a:accent4>
        <a:srgbClr val="002762"/>
      </a:accent4>
      <a:accent5>
        <a:srgbClr val="E9E7EA"/>
      </a:accent5>
      <a:accent6>
        <a:srgbClr val="CCECFA"/>
      </a:accent6>
      <a:hlink>
        <a:srgbClr val="00E5B9"/>
      </a:hlink>
      <a:folHlink>
        <a:srgbClr val="00276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AI-master copy" id="{7B9DBC64-28E1-CF47-86AB-DDC9CEBBBC94}" vid="{DA176037-F2DE-2945-849A-5246D21A1E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317</TotalTime>
  <Words>1743</Words>
  <Application>Microsoft Macintosh PowerPoint</Application>
  <PresentationFormat>Widescreen</PresentationFormat>
  <Paragraphs>214</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Calibri</vt:lpstr>
      <vt:lpstr>Helmholtz Halvar Mittel Rg</vt:lpstr>
      <vt:lpstr>Hermann Bold</vt:lpstr>
      <vt:lpstr>inherit</vt:lpstr>
      <vt:lpstr>Wingdings</vt:lpstr>
      <vt:lpstr>Office Theme</vt:lpstr>
      <vt:lpstr>Agentic coding</vt:lpstr>
      <vt:lpstr>Who are we?</vt:lpstr>
      <vt:lpstr>Agenda</vt:lpstr>
      <vt:lpstr>Software engineering done right</vt:lpstr>
      <vt:lpstr>Software engineering done right</vt:lpstr>
      <vt:lpstr>planning</vt:lpstr>
      <vt:lpstr>planning</vt:lpstr>
      <vt:lpstr>PLANNING</vt:lpstr>
      <vt:lpstr>ANALYSIS</vt:lpstr>
      <vt:lpstr>Design – tech stack</vt:lpstr>
      <vt:lpstr>Design</vt:lpstr>
      <vt:lpstr>Design (part of spec.md)</vt:lpstr>
      <vt:lpstr>Design (part of spec.md)</vt:lpstr>
      <vt:lpstr>How to split your work if the agent does the coding?</vt:lpstr>
      <vt:lpstr>Before you start building</vt:lpstr>
      <vt:lpstr>OUR TIP</vt:lpstr>
      <vt:lpstr>Time to press play!</vt:lpstr>
      <vt:lpstr>Questionnaire</vt:lpstr>
      <vt:lpstr>Thank you</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Ina Ivanova</dc:creator>
  <cp:lastModifiedBy>Serena Sritharan</cp:lastModifiedBy>
  <cp:revision>54</cp:revision>
  <dcterms:created xsi:type="dcterms:W3CDTF">2024-05-21T01:36:35Z</dcterms:created>
  <dcterms:modified xsi:type="dcterms:W3CDTF">2026-10-12T09:37:45Z</dcterms:modified>
</cp:coreProperties>
</file>